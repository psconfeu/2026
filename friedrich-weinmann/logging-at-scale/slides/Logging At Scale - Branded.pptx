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97" r:id="rId5"/>
    <p:sldMasterId id="2147483695" r:id="rId6"/>
    <p:sldMasterId id="2147483684" r:id="rId7"/>
    <p:sldMasterId id="2147483702" r:id="rId8"/>
  </p:sldMasterIdLst>
  <p:notesMasterIdLst>
    <p:notesMasterId r:id="rId21"/>
  </p:notesMasterIdLst>
  <p:handoutMasterIdLst>
    <p:handoutMasterId r:id="rId22"/>
  </p:handoutMasterIdLst>
  <p:sldIdLst>
    <p:sldId id="272" r:id="rId9"/>
    <p:sldId id="259" r:id="rId10"/>
    <p:sldId id="269" r:id="rId11"/>
    <p:sldId id="270" r:id="rId12"/>
    <p:sldId id="273" r:id="rId13"/>
    <p:sldId id="275" r:id="rId14"/>
    <p:sldId id="276" r:id="rId15"/>
    <p:sldId id="264" r:id="rId16"/>
    <p:sldId id="278" r:id="rId17"/>
    <p:sldId id="261" r:id="rId18"/>
    <p:sldId id="277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the session" id="{9248E0E9-B469-42C5-B521-34DBB63F9E0C}">
          <p14:sldIdLst>
            <p14:sldId id="272"/>
            <p14:sldId id="259"/>
            <p14:sldId id="269"/>
            <p14:sldId id="270"/>
          </p14:sldIdLst>
        </p14:section>
        <p14:section name="The session" id="{9BCE8471-468A-4538-82B3-E4E62B0A593E}">
          <p14:sldIdLst>
            <p14:sldId id="273"/>
            <p14:sldId id="275"/>
            <p14:sldId id="276"/>
            <p14:sldId id="264"/>
            <p14:sldId id="278"/>
            <p14:sldId id="261"/>
            <p14:sldId id="277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4ED"/>
    <a:srgbClr val="3B2A47"/>
    <a:srgbClr val="3B2B46"/>
    <a:srgbClr val="346297"/>
    <a:srgbClr val="000000"/>
    <a:srgbClr val="FFFFFF"/>
    <a:srgbClr val="346296"/>
    <a:srgbClr val="E64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96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26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534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7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726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34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ue"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615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66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59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2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60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2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8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19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47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134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89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64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13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5.sv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sv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46B6AA1A-3151-3AC2-83FB-1C6A4D626C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38E8CAF-D224-9556-511F-8D65E9383F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91" y="137310"/>
            <a:ext cx="4166241" cy="1426795"/>
          </a:xfrm>
          <a:prstGeom prst="rect">
            <a:avLst/>
          </a:prstGeom>
        </p:spPr>
      </p:pic>
      <p:pic>
        <p:nvPicPr>
          <p:cNvPr id="8" name="Image 7" descr="Une image contenant Police, Graphique, typographie, graphisme&#10;&#10;Le contenu généré par l’IA peut être incorrect.">
            <a:extLst>
              <a:ext uri="{FF2B5EF4-FFF2-40B4-BE49-F238E27FC236}">
                <a16:creationId xmlns:a16="http://schemas.microsoft.com/office/drawing/2014/main" id="{B287398A-20D9-4E87-9997-CB57AB2CCEE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00" y="6074646"/>
            <a:ext cx="2471121" cy="37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2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27B60B6-58D4-7B9F-C29A-CE66AF93F596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5000">
                <a:latin typeface="Stencil" panose="040409050D0802020404" pitchFamily="82" charset="0"/>
              </a:rPr>
              <a:t> 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FC40251A-A850-BFFB-8B10-8DF9490B82FC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err="1">
                <a:solidFill>
                  <a:srgbClr val="3B2B46"/>
                </a:solidFill>
              </a:rPr>
              <a:t>psfred.bsky.social</a:t>
            </a:r>
            <a:endParaRPr lang="en-GB" b="1" dirty="0">
              <a:solidFill>
                <a:srgbClr val="3B2B46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A6D3-5703-2B33-8381-A6B521E4EF59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5940FBC8-A0C6-2B5F-1902-D32A817C99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122872C-58E4-4D8E-43AD-82C6D51A6C2A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 err="1">
                <a:solidFill>
                  <a:srgbClr val="3B2B46"/>
                </a:solidFill>
              </a:rPr>
              <a:t>psfred.bsky.social</a:t>
            </a:r>
            <a:endParaRPr lang="en-GB" b="1" dirty="0">
              <a:solidFill>
                <a:srgbClr val="3B2B46"/>
              </a:solidFill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9BD5C5E-FB1B-A32E-1927-AB6A3C9A66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12" name="Image 11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DA822DC-EA6F-C834-636F-0CFA0983C1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E16A90F8-D789-E1FC-28F1-B2BFBC4CC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36662" y="6335963"/>
            <a:ext cx="365125" cy="3651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26EC41D-2CB6-0B12-C26A-46F016046178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Graphique 23">
            <a:extLst>
              <a:ext uri="{FF2B5EF4-FFF2-40B4-BE49-F238E27FC236}">
                <a16:creationId xmlns:a16="http://schemas.microsoft.com/office/drawing/2014/main" id="{14057C36-7CA7-EB30-FD33-9F60CDAC50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9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B539B2B7-DCEC-86A0-9166-A544EB5C8800}"/>
              </a:ext>
            </a:extLst>
          </p:cNvPr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56F63CA6-9F60-3CB8-9C61-E52CC24CA5C9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err="1">
                <a:solidFill>
                  <a:srgbClr val="3B2B46"/>
                </a:solidFill>
              </a:rPr>
              <a:t>psfred.bsky.social</a:t>
            </a:r>
            <a:endParaRPr lang="en-GB" b="1" dirty="0">
              <a:solidFill>
                <a:srgbClr val="3B2B46"/>
              </a:solidFill>
            </a:endParaRPr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7C52C906-A4AE-205B-5674-D5FB2A7DD5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14" name="Image 13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7F616F34-F51B-32CC-AB9F-19EDB8E1D14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798964E-22C6-D00E-7DF6-09D18BCDA750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D949B0BA-A067-A37C-BE40-5E322BCE3B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  <p:sp>
        <p:nvSpPr>
          <p:cNvPr id="9" name="Titel 3">
            <a:extLst>
              <a:ext uri="{FF2B5EF4-FFF2-40B4-BE49-F238E27FC236}">
                <a16:creationId xmlns:a16="http://schemas.microsoft.com/office/drawing/2014/main" id="{237F1B22-B8A7-5DA3-541B-86D5A5CE30B8}"/>
              </a:ext>
            </a:extLst>
          </p:cNvPr>
          <p:cNvSpPr txBox="1">
            <a:spLocks/>
          </p:cNvSpPr>
          <p:nvPr userDrawn="1"/>
        </p:nvSpPr>
        <p:spPr>
          <a:xfrm>
            <a:off x="1009061" y="630961"/>
            <a:ext cx="973328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b="1">
                <a:solidFill>
                  <a:srgbClr val="3B2A47"/>
                </a:solidFill>
                <a:latin typeface="Calibri" panose="020F0502020204030204" pitchFamily="34" charset="0"/>
                <a:ea typeface="+mn-ea"/>
                <a:cs typeface="+mn-cs"/>
              </a:rPr>
              <a:t>Many thanks to our sponsors:</a:t>
            </a:r>
            <a:endParaRPr lang="en-DE">
              <a:solidFill>
                <a:srgbClr val="3B2A47"/>
              </a:solidFill>
            </a:endParaRP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49202E10-CFF9-D099-F6A8-3877847050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42212" y="2226290"/>
            <a:ext cx="8666977" cy="265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580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512BD2B3-5213-AE89-B245-3E2067844782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>
                <a:latin typeface="Segoe UI"/>
                <a:cs typeface="Segoe UI"/>
              </a:rPr>
              <a:t>Friedrich “Fred” Weinmann</a:t>
            </a:r>
            <a:endParaRPr lang="en-US" dirty="0"/>
          </a:p>
        </p:txBody>
      </p:sp>
      <p:cxnSp>
        <p:nvCxnSpPr>
          <p:cNvPr id="4" name="Connecteur droit 5">
            <a:extLst>
              <a:ext uri="{FF2B5EF4-FFF2-40B4-BE49-F238E27FC236}">
                <a16:creationId xmlns:a16="http://schemas.microsoft.com/office/drawing/2014/main" id="{E9631884-5100-1BA8-2365-47609B2977D7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4">
            <a:extLst>
              <a:ext uri="{FF2B5EF4-FFF2-40B4-BE49-F238E27FC236}">
                <a16:creationId xmlns:a16="http://schemas.microsoft.com/office/drawing/2014/main" id="{EC34FE26-AFCF-2A09-DB2E-84FFA4D454A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63600" y="2672840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DE" sz="6000" b="1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</a:t>
            </a:r>
            <a:r>
              <a:rPr lang="en-US" sz="6000" b="1" err="1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ext</a:t>
            </a:r>
            <a:r>
              <a:rPr lang="en-US" sz="6000" b="1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Up:</a:t>
            </a:r>
            <a:endParaRPr lang="en-DE" sz="6000" b="1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88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82643D59-896E-68AE-5BCA-3F8558F198E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3</a:t>
            </a:r>
            <a:endParaRPr lang="en-GB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solidFill>
                  <a:schemeClr val="bg1"/>
                </a:solidFill>
                <a:latin typeface="Stencil" panose="040409050D0802020404" pitchFamily="82" charset="0"/>
              </a:rPr>
              <a:t>3</a:t>
            </a:r>
            <a:endParaRPr lang="en-DE" sz="250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004164"/>
      </p:ext>
    </p:extLst>
  </p:cSld>
  <p:clrMapOvr>
    <a:masterClrMapping/>
  </p:clrMapOvr>
  <p:transition spd="slow" advTm="100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  <a:endParaRPr lang="en-DE" sz="250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012733"/>
      </p:ext>
    </p:extLst>
  </p:cSld>
  <p:clrMapOvr>
    <a:masterClrMapping/>
  </p:clrMapOvr>
  <p:transition spd="slow" advTm="100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latin typeface="Stencil" panose="040409050D0802020404" pitchFamily="82" charset="0"/>
              </a:rPr>
              <a:t>1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31530"/>
      </p:ext>
    </p:extLst>
  </p:cSld>
  <p:clrMapOvr>
    <a:masterClrMapping/>
  </p:clrMapOvr>
  <p:transition spd="slow" advTm="100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B22B504-146E-1966-17CE-BB797BC6083D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i="1" dirty="0"/>
              <a:t>Fred</a:t>
            </a:r>
            <a:endParaRPr lang="en-GB" b="1" i="1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169C0FB-08C4-E3EC-573C-91852880EBAA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el 3">
            <a:extLst>
              <a:ext uri="{FF2B5EF4-FFF2-40B4-BE49-F238E27FC236}">
                <a16:creationId xmlns:a16="http://schemas.microsoft.com/office/drawing/2014/main" id="{0E2348EB-2258-5792-670F-322202E630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666707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US" sz="6000" b="1" dirty="0">
                <a:solidFill>
                  <a:srgbClr val="346296"/>
                </a:solidFill>
                <a:latin typeface="+mn-lt"/>
              </a:rPr>
              <a:t>Logging at Scale</a:t>
            </a:r>
            <a:endParaRPr lang="en-DE" sz="6000" b="1" dirty="0">
              <a:solidFill>
                <a:srgbClr val="34629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3816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180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4F5F-5F9D-D5CE-D0BA-00706A81C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62118-CB53-57A3-BB6C-A4E8A9E60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… have you heard</a:t>
            </a:r>
            <a:br>
              <a:rPr lang="en-US" sz="5400" dirty="0"/>
            </a:br>
            <a:r>
              <a:rPr lang="en-US" sz="5400" dirty="0"/>
              <a:t>about </a:t>
            </a:r>
            <a:r>
              <a:rPr lang="en-US" sz="5400" dirty="0" err="1"/>
              <a:t>PSFramework</a:t>
            </a:r>
            <a:r>
              <a:rPr lang="en-US" sz="5400" dirty="0"/>
              <a:t>?</a:t>
            </a:r>
          </a:p>
          <a:p>
            <a:pPr marL="0" indent="0" algn="ctr">
              <a:buNone/>
            </a:pPr>
            <a:endParaRPr lang="en-US" sz="5400" dirty="0"/>
          </a:p>
          <a:p>
            <a:pPr marL="0" indent="0" algn="ctr">
              <a:buNone/>
            </a:pPr>
            <a:r>
              <a:rPr lang="en-US" sz="5400" dirty="0"/>
              <a:t>https://psframework.org</a:t>
            </a:r>
          </a:p>
        </p:txBody>
      </p:sp>
    </p:spTree>
    <p:extLst>
      <p:ext uri="{BB962C8B-B14F-4D97-AF65-F5344CB8AC3E}">
        <p14:creationId xmlns:p14="http://schemas.microsoft.com/office/powerpoint/2010/main" val="305671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29389"/>
            <a:ext cx="10515600" cy="1004637"/>
          </a:xfrm>
        </p:spPr>
        <p:txBody>
          <a:bodyPr/>
          <a:lstStyle/>
          <a:p>
            <a:r>
              <a:rPr lang="en-GB"/>
              <a:t>Demos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53758"/>
            <a:ext cx="10515600" cy="4915484"/>
          </a:xfrm>
        </p:spPr>
        <p:txBody>
          <a:bodyPr>
            <a:normAutofit/>
          </a:bodyPr>
          <a:lstStyle/>
          <a:p>
            <a:r>
              <a:rPr lang="en-GB" dirty="0"/>
              <a:t>Logging …</a:t>
            </a:r>
          </a:p>
          <a:p>
            <a:r>
              <a:rPr lang="en-GB" dirty="0"/>
              <a:t>… and how it begins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776AC288-703A-8014-23CA-E040CDD7E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191" y="615392"/>
            <a:ext cx="6127897" cy="5060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7259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65174-7604-0B68-5A3F-5768B8423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B5D5FB-8BAD-2E31-31E4-8F2608B57139}"/>
              </a:ext>
            </a:extLst>
          </p:cNvPr>
          <p:cNvSpPr/>
          <p:nvPr/>
        </p:nvSpPr>
        <p:spPr>
          <a:xfrm>
            <a:off x="0" y="1586753"/>
            <a:ext cx="12192000" cy="1042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err="1"/>
              <a:t>Runspace</a:t>
            </a:r>
            <a:r>
              <a:rPr lang="en-US" dirty="0"/>
              <a:t> 1-N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18A07E-1830-996E-6B1A-C368ED78892A}"/>
              </a:ext>
            </a:extLst>
          </p:cNvPr>
          <p:cNvSpPr/>
          <p:nvPr/>
        </p:nvSpPr>
        <p:spPr>
          <a:xfrm>
            <a:off x="3509682" y="3348318"/>
            <a:ext cx="2198594" cy="60511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Messages to Log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4A4D05-1714-32B6-A4F9-D1288D20D49F}"/>
              </a:ext>
            </a:extLst>
          </p:cNvPr>
          <p:cNvSpPr/>
          <p:nvPr/>
        </p:nvSpPr>
        <p:spPr>
          <a:xfrm>
            <a:off x="6483726" y="3348318"/>
            <a:ext cx="2198594" cy="60511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In-Memory Log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1D4E7-4304-22A9-5D70-5AE39942C440}"/>
              </a:ext>
            </a:extLst>
          </p:cNvPr>
          <p:cNvSpPr txBox="1"/>
          <p:nvPr/>
        </p:nvSpPr>
        <p:spPr>
          <a:xfrm>
            <a:off x="2366682" y="3466210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C08D30-C0A2-0F81-EA85-0BC2482BD8E2}"/>
              </a:ext>
            </a:extLst>
          </p:cNvPr>
          <p:cNvSpPr/>
          <p:nvPr/>
        </p:nvSpPr>
        <p:spPr>
          <a:xfrm>
            <a:off x="0" y="4790745"/>
            <a:ext cx="12192000" cy="1042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Logging </a:t>
            </a:r>
            <a:r>
              <a:rPr lang="en-US" dirty="0" err="1"/>
              <a:t>Runspace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1A6557-59EB-2867-15B0-FF06B72E0BD4}"/>
              </a:ext>
            </a:extLst>
          </p:cNvPr>
          <p:cNvSpPr/>
          <p:nvPr/>
        </p:nvSpPr>
        <p:spPr>
          <a:xfrm>
            <a:off x="10198320" y="4572000"/>
            <a:ext cx="1203512" cy="880782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Instance 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0BBA80-B8FE-F650-2EF6-09EEB492816C}"/>
              </a:ext>
            </a:extLst>
          </p:cNvPr>
          <p:cNvSpPr/>
          <p:nvPr/>
        </p:nvSpPr>
        <p:spPr>
          <a:xfrm>
            <a:off x="3016006" y="1361745"/>
            <a:ext cx="1710636" cy="985227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Script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4D255A-101F-24D7-2AA6-A6368AAAE6BB}"/>
              </a:ext>
            </a:extLst>
          </p:cNvPr>
          <p:cNvCxnSpPr>
            <a:stCxn id="13" idx="2"/>
            <a:endCxn id="5" idx="0"/>
          </p:cNvCxnSpPr>
          <p:nvPr/>
        </p:nvCxnSpPr>
        <p:spPr>
          <a:xfrm>
            <a:off x="3871324" y="2346972"/>
            <a:ext cx="737655" cy="100134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058269-A44D-B0EB-8D4D-E6D6F01EBC09}"/>
              </a:ext>
            </a:extLst>
          </p:cNvPr>
          <p:cNvCxnSpPr>
            <a:cxnSpLocks/>
            <a:stCxn id="13" idx="2"/>
            <a:endCxn id="6" idx="1"/>
          </p:cNvCxnSpPr>
          <p:nvPr/>
        </p:nvCxnSpPr>
        <p:spPr>
          <a:xfrm>
            <a:off x="3871324" y="2346972"/>
            <a:ext cx="2612402" cy="130390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9" name="Flowchart: Document 18">
            <a:extLst>
              <a:ext uri="{FF2B5EF4-FFF2-40B4-BE49-F238E27FC236}">
                <a16:creationId xmlns:a16="http://schemas.microsoft.com/office/drawing/2014/main" id="{3CAE7DF0-7960-00EC-5C39-3DDACDBCE17E}"/>
              </a:ext>
            </a:extLst>
          </p:cNvPr>
          <p:cNvSpPr/>
          <p:nvPr/>
        </p:nvSpPr>
        <p:spPr>
          <a:xfrm>
            <a:off x="4240151" y="2687308"/>
            <a:ext cx="737655" cy="437029"/>
          </a:xfrm>
          <a:prstGeom prst="flowChartDocumen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msg</a:t>
            </a:r>
          </a:p>
        </p:txBody>
      </p:sp>
      <p:sp>
        <p:nvSpPr>
          <p:cNvPr id="20" name="Flowchart: Document 19">
            <a:extLst>
              <a:ext uri="{FF2B5EF4-FFF2-40B4-BE49-F238E27FC236}">
                <a16:creationId xmlns:a16="http://schemas.microsoft.com/office/drawing/2014/main" id="{2C596482-1F6E-91D4-148A-4F1FDC2C8DAD}"/>
              </a:ext>
            </a:extLst>
          </p:cNvPr>
          <p:cNvSpPr/>
          <p:nvPr/>
        </p:nvSpPr>
        <p:spPr>
          <a:xfrm>
            <a:off x="3826654" y="4909895"/>
            <a:ext cx="737655" cy="437029"/>
          </a:xfrm>
          <a:prstGeom prst="flowChartDocumen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msg</a:t>
            </a:r>
          </a:p>
        </p:txBody>
      </p:sp>
      <p:sp>
        <p:nvSpPr>
          <p:cNvPr id="21" name="Flowchart: Document 20">
            <a:extLst>
              <a:ext uri="{FF2B5EF4-FFF2-40B4-BE49-F238E27FC236}">
                <a16:creationId xmlns:a16="http://schemas.microsoft.com/office/drawing/2014/main" id="{B0D7379B-A91E-0760-1259-0983407C64FA}"/>
              </a:ext>
            </a:extLst>
          </p:cNvPr>
          <p:cNvSpPr/>
          <p:nvPr/>
        </p:nvSpPr>
        <p:spPr>
          <a:xfrm>
            <a:off x="3979054" y="5062295"/>
            <a:ext cx="737655" cy="437029"/>
          </a:xfrm>
          <a:prstGeom prst="flowChartDocumen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msg</a:t>
            </a:r>
          </a:p>
        </p:txBody>
      </p:sp>
      <p:sp>
        <p:nvSpPr>
          <p:cNvPr id="22" name="Flowchart: Document 21">
            <a:extLst>
              <a:ext uri="{FF2B5EF4-FFF2-40B4-BE49-F238E27FC236}">
                <a16:creationId xmlns:a16="http://schemas.microsoft.com/office/drawing/2014/main" id="{CC3BA024-7AF2-D8C4-1AC9-AA7A633429ED}"/>
              </a:ext>
            </a:extLst>
          </p:cNvPr>
          <p:cNvSpPr/>
          <p:nvPr/>
        </p:nvSpPr>
        <p:spPr>
          <a:xfrm>
            <a:off x="4131454" y="5214695"/>
            <a:ext cx="737655" cy="437029"/>
          </a:xfrm>
          <a:prstGeom prst="flowChartDocumen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msg</a:t>
            </a:r>
          </a:p>
        </p:txBody>
      </p:sp>
      <p:sp>
        <p:nvSpPr>
          <p:cNvPr id="23" name="Flowchart: Document 22">
            <a:extLst>
              <a:ext uri="{FF2B5EF4-FFF2-40B4-BE49-F238E27FC236}">
                <a16:creationId xmlns:a16="http://schemas.microsoft.com/office/drawing/2014/main" id="{EF43F68E-CFB9-0B2F-BF21-C6032662F7DF}"/>
              </a:ext>
            </a:extLst>
          </p:cNvPr>
          <p:cNvSpPr/>
          <p:nvPr/>
        </p:nvSpPr>
        <p:spPr>
          <a:xfrm>
            <a:off x="4283854" y="5367095"/>
            <a:ext cx="737655" cy="437029"/>
          </a:xfrm>
          <a:prstGeom prst="flowChartDocumen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msg</a:t>
            </a:r>
          </a:p>
        </p:txBody>
      </p:sp>
      <p:sp>
        <p:nvSpPr>
          <p:cNvPr id="24" name="Flowchart: Document 23">
            <a:extLst>
              <a:ext uri="{FF2B5EF4-FFF2-40B4-BE49-F238E27FC236}">
                <a16:creationId xmlns:a16="http://schemas.microsoft.com/office/drawing/2014/main" id="{5269BA51-E416-7E77-86E8-C6F4A6957522}"/>
              </a:ext>
            </a:extLst>
          </p:cNvPr>
          <p:cNvSpPr/>
          <p:nvPr/>
        </p:nvSpPr>
        <p:spPr>
          <a:xfrm>
            <a:off x="4436254" y="5519495"/>
            <a:ext cx="737655" cy="437029"/>
          </a:xfrm>
          <a:prstGeom prst="flowChartDocumen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msg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B22051F-C61B-8374-151A-7FF6DEF6E463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4608978" y="3953435"/>
            <a:ext cx="1" cy="98522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2B17B7-5F3E-66D8-51AC-C7E538C13A9B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5021509" y="5012391"/>
            <a:ext cx="2192838" cy="29942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7FE4F80-B6DF-31EE-7318-7AA89D96A70C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5201924" y="5012391"/>
            <a:ext cx="3522007" cy="31831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2AEE93A-8AAF-0B7F-2309-15EEE240EA8E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5434854" y="5012391"/>
            <a:ext cx="4763466" cy="29942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70890DF-729E-0DDE-0879-121C4EE75D29}"/>
              </a:ext>
            </a:extLst>
          </p:cNvPr>
          <p:cNvSpPr/>
          <p:nvPr/>
        </p:nvSpPr>
        <p:spPr>
          <a:xfrm>
            <a:off x="8723931" y="4572000"/>
            <a:ext cx="1203512" cy="880782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Instance 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ADA793-55C7-3547-A830-3A7E82B26EF7}"/>
              </a:ext>
            </a:extLst>
          </p:cNvPr>
          <p:cNvSpPr/>
          <p:nvPr/>
        </p:nvSpPr>
        <p:spPr>
          <a:xfrm>
            <a:off x="7214347" y="4572000"/>
            <a:ext cx="1203512" cy="880782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Instance 1</a:t>
            </a:r>
          </a:p>
        </p:txBody>
      </p:sp>
    </p:spTree>
    <p:extLst>
      <p:ext uri="{BB962C8B-B14F-4D97-AF65-F5344CB8AC3E}">
        <p14:creationId xmlns:p14="http://schemas.microsoft.com/office/powerpoint/2010/main" val="286968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 animBg="1"/>
      <p:bldP spid="11" grpId="0" animBg="1"/>
      <p:bldP spid="13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10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B826-1A6A-BD34-12F3-DF53FF80B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the logging </a:t>
            </a:r>
            <a:r>
              <a:rPr lang="en-US" dirty="0" err="1"/>
              <a:t>runspace</a:t>
            </a:r>
            <a:r>
              <a:rPr lang="en-US" dirty="0"/>
              <a:t> does …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87AA00-BCF8-D988-31BE-479546A0BD1F}"/>
              </a:ext>
            </a:extLst>
          </p:cNvPr>
          <p:cNvSpPr/>
          <p:nvPr/>
        </p:nvSpPr>
        <p:spPr>
          <a:xfrm>
            <a:off x="656665" y="2037229"/>
            <a:ext cx="1526241" cy="8001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Initialize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93D98C-8827-157A-A6A2-B9457BA2B863}"/>
              </a:ext>
            </a:extLst>
          </p:cNvPr>
          <p:cNvSpPr/>
          <p:nvPr/>
        </p:nvSpPr>
        <p:spPr>
          <a:xfrm>
            <a:off x="2721908" y="2037229"/>
            <a:ext cx="1526241" cy="8001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Begin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B4B962-7621-045D-3163-ED8445C59672}"/>
              </a:ext>
            </a:extLst>
          </p:cNvPr>
          <p:cNvSpPr/>
          <p:nvPr/>
        </p:nvSpPr>
        <p:spPr>
          <a:xfrm>
            <a:off x="2721909" y="3563471"/>
            <a:ext cx="1526241" cy="8001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92531E3-5C5B-1A60-9D99-1F8EFE3F6D80}"/>
              </a:ext>
            </a:extLst>
          </p:cNvPr>
          <p:cNvSpPr/>
          <p:nvPr/>
        </p:nvSpPr>
        <p:spPr>
          <a:xfrm>
            <a:off x="4615703" y="3573556"/>
            <a:ext cx="1526241" cy="8001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Message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560DCC-9DC9-971A-C02B-2C24054C3DFE}"/>
              </a:ext>
            </a:extLst>
          </p:cNvPr>
          <p:cNvSpPr/>
          <p:nvPr/>
        </p:nvSpPr>
        <p:spPr>
          <a:xfrm>
            <a:off x="6509497" y="3573556"/>
            <a:ext cx="1526241" cy="8001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Error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9231F7-7E7E-FAA6-E0DB-5CA68A2928B1}"/>
              </a:ext>
            </a:extLst>
          </p:cNvPr>
          <p:cNvSpPr/>
          <p:nvPr/>
        </p:nvSpPr>
        <p:spPr>
          <a:xfrm>
            <a:off x="8403291" y="3563471"/>
            <a:ext cx="1526241" cy="8001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8D71F2-DA41-44EB-250C-089CB41FEC93}"/>
              </a:ext>
            </a:extLst>
          </p:cNvPr>
          <p:cNvSpPr/>
          <p:nvPr/>
        </p:nvSpPr>
        <p:spPr>
          <a:xfrm>
            <a:off x="10149167" y="4966447"/>
            <a:ext cx="1526241" cy="8001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43A3A6-FA68-EE42-BA78-1D34E820278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182906" y="2437279"/>
            <a:ext cx="539002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BE4FD7-FC63-20D4-74F8-C7F450220136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485029" y="2837329"/>
            <a:ext cx="1" cy="72614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317BA8-CB35-AFBF-FE7B-3429A8E04666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248150" y="3963521"/>
            <a:ext cx="367553" cy="1008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883B6A-24EC-649E-6AF8-F3989A6F6BE3}"/>
              </a:ext>
            </a:extLst>
          </p:cNvPr>
          <p:cNvCxnSpPr>
            <a:cxnSpLocks/>
          </p:cNvCxnSpPr>
          <p:nvPr/>
        </p:nvCxnSpPr>
        <p:spPr>
          <a:xfrm>
            <a:off x="6141944" y="3953436"/>
            <a:ext cx="367553" cy="1008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4583D9C-2A2A-16C5-ADC3-37B90A9C6595}"/>
              </a:ext>
            </a:extLst>
          </p:cNvPr>
          <p:cNvCxnSpPr>
            <a:cxnSpLocks/>
          </p:cNvCxnSpPr>
          <p:nvPr/>
        </p:nvCxnSpPr>
        <p:spPr>
          <a:xfrm>
            <a:off x="8035738" y="3973606"/>
            <a:ext cx="367553" cy="1008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E7A1225-D250-AD32-6520-AB95BA572B8D}"/>
              </a:ext>
            </a:extLst>
          </p:cNvPr>
          <p:cNvCxnSpPr>
            <a:stCxn id="9" idx="3"/>
            <a:endCxn id="10" idx="0"/>
          </p:cNvCxnSpPr>
          <p:nvPr/>
        </p:nvCxnSpPr>
        <p:spPr>
          <a:xfrm>
            <a:off x="9929532" y="3963521"/>
            <a:ext cx="982756" cy="1002926"/>
          </a:xfrm>
          <a:prstGeom prst="bentConnector2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0E01D62-000D-CFCC-C02A-EA91666F758C}"/>
              </a:ext>
            </a:extLst>
          </p:cNvPr>
          <p:cNvCxnSpPr>
            <a:cxnSpLocks/>
            <a:stCxn id="10" idx="1"/>
            <a:endCxn id="4" idx="2"/>
          </p:cNvCxnSpPr>
          <p:nvPr/>
        </p:nvCxnSpPr>
        <p:spPr>
          <a:xfrm rot="10800000">
            <a:off x="1419787" y="2837329"/>
            <a:ext cx="8729381" cy="2529168"/>
          </a:xfrm>
          <a:prstGeom prst="bentConnector2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29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C458C-32C9-1BE0-0856-5E3BF436E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30FE9D-B43E-5CCB-1A0A-94EF48C51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29389"/>
            <a:ext cx="10515600" cy="1004637"/>
          </a:xfrm>
        </p:spPr>
        <p:txBody>
          <a:bodyPr/>
          <a:lstStyle/>
          <a:p>
            <a:r>
              <a:rPr lang="en-GB"/>
              <a:t>Demos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EB6E88-E36F-4FAE-9BBA-032DD043A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53758"/>
            <a:ext cx="10515600" cy="1500187"/>
          </a:xfrm>
        </p:spPr>
        <p:txBody>
          <a:bodyPr/>
          <a:lstStyle/>
          <a:p>
            <a:r>
              <a:rPr lang="en-GB" dirty="0"/>
              <a:t>Back in Action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EF07A03D-1F02-EEFD-5532-DD6912E56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191" y="615392"/>
            <a:ext cx="6127897" cy="5060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5734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63F7B61-5334-421F-9456-A905D333F4B3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Q&amp;A / Feedback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24BC5-7559-15E7-CB1A-C03D54767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8871"/>
            <a:ext cx="5201653" cy="5201653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4697E65-3DA9-6EF3-472C-734FB98C3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635" y="657952"/>
            <a:ext cx="6729046" cy="3591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4842826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Sponsor sli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dc9a1f-962e-4235-838d-61f9c438f4db">
      <Terms xmlns="http://schemas.microsoft.com/office/infopath/2007/PartnerControls"/>
    </lcf76f155ced4ddcb4097134ff3c332f>
    <TaxCatchAll xmlns="de47e97d-64fd-4aef-b10e-fd7d6cfcfcf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3502FDC476714EB47BD1BE2BFD7B3D" ma:contentTypeVersion="13" ma:contentTypeDescription="Create a new document." ma:contentTypeScope="" ma:versionID="0d4fb5ca5076182280cb93c7d6bdff79">
  <xsd:schema xmlns:xsd="http://www.w3.org/2001/XMLSchema" xmlns:xs="http://www.w3.org/2001/XMLSchema" xmlns:p="http://schemas.microsoft.com/office/2006/metadata/properties" xmlns:ns2="abdc9a1f-962e-4235-838d-61f9c438f4db" xmlns:ns3="de47e97d-64fd-4aef-b10e-fd7d6cfcfcf4" targetNamespace="http://schemas.microsoft.com/office/2006/metadata/properties" ma:root="true" ma:fieldsID="da14a0effa8c0f0120811d0692d695e7" ns2:_="" ns3:_="">
    <xsd:import namespace="abdc9a1f-962e-4235-838d-61f9c438f4db"/>
    <xsd:import namespace="de47e97d-64fd-4aef-b10e-fd7d6cfcfcf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dc9a1f-962e-4235-838d-61f9c438f4d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d613703-4b30-4a23-b3bf-9e58a81c4a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7e97d-64fd-4aef-b10e-fd7d6cfcfcf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f96598e-1e7b-44ab-a102-458ae76ccdba}" ma:internalName="TaxCatchAll" ma:showField="CatchAllData" ma:web="de47e97d-64fd-4aef-b10e-fd7d6cfcfc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9C06E3-346E-408E-B352-32E922A070CE}">
  <ds:schemaRefs>
    <ds:schemaRef ds:uri="2347cc20-e10c-452d-848a-c18e83138525"/>
    <ds:schemaRef ds:uri="58c243a5-121d-4837-b81c-114e1b569ece"/>
    <ds:schemaRef ds:uri="77f18391-c91f-4725-9130-63caf76c1806"/>
    <ds:schemaRef ds:uri="85c0ce47-fe9c-4809-bf88-519c39a738e6"/>
    <ds:schemaRef ds:uri="abdc9a1f-962e-4235-838d-61f9c438f4db"/>
    <ds:schemaRef ds:uri="de47e97d-64fd-4aef-b10e-fd7d6cfcfcf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7D9B22B-F436-4FE5-B6C0-65AB2260F5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38D965-436F-4DCC-97AA-50BEF4F7BE29}">
  <ds:schemaRefs>
    <ds:schemaRef ds:uri="abdc9a1f-962e-4235-838d-61f9c438f4db"/>
    <ds:schemaRef ds:uri="de47e97d-64fd-4aef-b10e-fd7d6cfcfc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90</Words>
  <Application>Microsoft Office PowerPoint</Application>
  <PresentationFormat>Widescreen</PresentationFormat>
  <Paragraphs>51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Segoe UI</vt:lpstr>
      <vt:lpstr>Segoe UI Light</vt:lpstr>
      <vt:lpstr>Stencil</vt:lpstr>
      <vt:lpstr>Wingdings</vt:lpstr>
      <vt:lpstr>Title</vt:lpstr>
      <vt:lpstr>Blank</vt:lpstr>
      <vt:lpstr>Speaker's slide</vt:lpstr>
      <vt:lpstr>Content</vt:lpstr>
      <vt:lpstr>Sponsor slide</vt:lpstr>
      <vt:lpstr>Next Up:</vt:lpstr>
      <vt:lpstr>3</vt:lpstr>
      <vt:lpstr>2</vt:lpstr>
      <vt:lpstr>1</vt:lpstr>
      <vt:lpstr>Logging at Scale</vt:lpstr>
      <vt:lpstr>PowerPoint Presentation</vt:lpstr>
      <vt:lpstr>So…</vt:lpstr>
      <vt:lpstr>Demos</vt:lpstr>
      <vt:lpstr>Architecture</vt:lpstr>
      <vt:lpstr>What the logging runspace does …</vt:lpstr>
      <vt:lpstr>Demos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Friedrich Weinmann (CSA, POWERSHELL)</cp:lastModifiedBy>
  <cp:revision>16</cp:revision>
  <dcterms:created xsi:type="dcterms:W3CDTF">2024-03-26T13:08:23Z</dcterms:created>
  <dcterms:modified xsi:type="dcterms:W3CDTF">2026-06-04T06:04:28Z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0x010100333502FDC476714EB47BD1BE2BFD7B3D</vt:lpwstr>
  </property>
  <property fmtid="{D5CDD505-2E9C-101B-9397-08002B2CF9AE}" pid="3" name="MediaServiceImageTags">
    <vt:lpwstr/>
  </property>
</Properties>
</file>