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E3EA0C-AFB2-4E95-9414-6584CA627DCC}" v="94" dt="2025-11-28T15:04:09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6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iedrich Weinmann (CSA, POWERSHELL)" userId="5fc98268-592d-4a4d-878f-788c1cc50317" providerId="ADAL" clId="{B3595B11-AC39-42CA-88C5-D739407ACC5B}"/>
    <pc:docChg chg="custSel addSld modSld">
      <pc:chgData name="Friedrich Weinmann (CSA, POWERSHELL)" userId="5fc98268-592d-4a4d-878f-788c1cc50317" providerId="ADAL" clId="{B3595B11-AC39-42CA-88C5-D739407ACC5B}" dt="2025-11-28T15:04:09.532" v="636"/>
      <pc:docMkLst>
        <pc:docMk/>
      </pc:docMkLst>
      <pc:sldChg chg="modSp new mod">
        <pc:chgData name="Friedrich Weinmann (CSA, POWERSHELL)" userId="5fc98268-592d-4a4d-878f-788c1cc50317" providerId="ADAL" clId="{B3595B11-AC39-42CA-88C5-D739407ACC5B}" dt="2025-11-28T14:06:07.327" v="4" actId="114"/>
        <pc:sldMkLst>
          <pc:docMk/>
          <pc:sldMk cId="1554175703" sldId="256"/>
        </pc:sldMkLst>
        <pc:spChg chg="mod">
          <ac:chgData name="Friedrich Weinmann (CSA, POWERSHELL)" userId="5fc98268-592d-4a4d-878f-788c1cc50317" providerId="ADAL" clId="{B3595B11-AC39-42CA-88C5-D739407ACC5B}" dt="2025-11-28T14:05:56.566" v="1"/>
          <ac:spMkLst>
            <pc:docMk/>
            <pc:sldMk cId="1554175703" sldId="256"/>
            <ac:spMk id="2" creationId="{5A9C8F4E-4B73-82C8-4857-A211B8B22E3A}"/>
          </ac:spMkLst>
        </pc:spChg>
        <pc:spChg chg="mod">
          <ac:chgData name="Friedrich Weinmann (CSA, POWERSHELL)" userId="5fc98268-592d-4a4d-878f-788c1cc50317" providerId="ADAL" clId="{B3595B11-AC39-42CA-88C5-D739407ACC5B}" dt="2025-11-28T14:06:07.327" v="4" actId="114"/>
          <ac:spMkLst>
            <pc:docMk/>
            <pc:sldMk cId="1554175703" sldId="256"/>
            <ac:spMk id="3" creationId="{52ABF3E7-621E-D5FA-8E6E-D6AB0A084022}"/>
          </ac:spMkLst>
        </pc:spChg>
      </pc:sldChg>
      <pc:sldChg chg="modSp new mod">
        <pc:chgData name="Friedrich Weinmann (CSA, POWERSHELL)" userId="5fc98268-592d-4a4d-878f-788c1cc50317" providerId="ADAL" clId="{B3595B11-AC39-42CA-88C5-D739407ACC5B}" dt="2025-11-28T14:08:05.394" v="207" actId="255"/>
        <pc:sldMkLst>
          <pc:docMk/>
          <pc:sldMk cId="3978773140" sldId="257"/>
        </pc:sldMkLst>
        <pc:spChg chg="mod">
          <ac:chgData name="Friedrich Weinmann (CSA, POWERSHELL)" userId="5fc98268-592d-4a4d-878f-788c1cc50317" providerId="ADAL" clId="{B3595B11-AC39-42CA-88C5-D739407ACC5B}" dt="2025-11-28T14:06:21.802" v="35" actId="20577"/>
          <ac:spMkLst>
            <pc:docMk/>
            <pc:sldMk cId="3978773140" sldId="257"/>
            <ac:spMk id="2" creationId="{08B7C1AF-4607-66D2-78CA-FC28BC0AC135}"/>
          </ac:spMkLst>
        </pc:spChg>
        <pc:spChg chg="mod">
          <ac:chgData name="Friedrich Weinmann (CSA, POWERSHELL)" userId="5fc98268-592d-4a4d-878f-788c1cc50317" providerId="ADAL" clId="{B3595B11-AC39-42CA-88C5-D739407ACC5B}" dt="2025-11-28T14:08:05.394" v="207" actId="255"/>
          <ac:spMkLst>
            <pc:docMk/>
            <pc:sldMk cId="3978773140" sldId="257"/>
            <ac:spMk id="3" creationId="{5C3C9396-70BA-0ED8-2BFB-A7640AC2C7CB}"/>
          </ac:spMkLst>
        </pc:spChg>
      </pc:sldChg>
      <pc:sldChg chg="modSp new mod">
        <pc:chgData name="Friedrich Weinmann (CSA, POWERSHELL)" userId="5fc98268-592d-4a4d-878f-788c1cc50317" providerId="ADAL" clId="{B3595B11-AC39-42CA-88C5-D739407ACC5B}" dt="2025-11-28T14:09:22.484" v="267" actId="404"/>
        <pc:sldMkLst>
          <pc:docMk/>
          <pc:sldMk cId="1837170902" sldId="258"/>
        </pc:sldMkLst>
        <pc:spChg chg="mod">
          <ac:chgData name="Friedrich Weinmann (CSA, POWERSHELL)" userId="5fc98268-592d-4a4d-878f-788c1cc50317" providerId="ADAL" clId="{B3595B11-AC39-42CA-88C5-D739407ACC5B}" dt="2025-11-28T14:09:04.759" v="242" actId="5793"/>
          <ac:spMkLst>
            <pc:docMk/>
            <pc:sldMk cId="1837170902" sldId="258"/>
            <ac:spMk id="2" creationId="{78C592FC-5D10-7ABC-338D-7F1CA5E9EA60}"/>
          </ac:spMkLst>
        </pc:spChg>
        <pc:spChg chg="mod">
          <ac:chgData name="Friedrich Weinmann (CSA, POWERSHELL)" userId="5fc98268-592d-4a4d-878f-788c1cc50317" providerId="ADAL" clId="{B3595B11-AC39-42CA-88C5-D739407ACC5B}" dt="2025-11-28T14:09:22.484" v="267" actId="404"/>
          <ac:spMkLst>
            <pc:docMk/>
            <pc:sldMk cId="1837170902" sldId="258"/>
            <ac:spMk id="3" creationId="{3AD57255-0193-E1C8-61AA-E94A9602AC16}"/>
          </ac:spMkLst>
        </pc:spChg>
      </pc:sldChg>
      <pc:sldChg chg="addSp delSp modSp new mod addAnim delAnim modAnim">
        <pc:chgData name="Friedrich Weinmann (CSA, POWERSHELL)" userId="5fc98268-592d-4a4d-878f-788c1cc50317" providerId="ADAL" clId="{B3595B11-AC39-42CA-88C5-D739407ACC5B}" dt="2025-11-28T14:56:16.572" v="457"/>
        <pc:sldMkLst>
          <pc:docMk/>
          <pc:sldMk cId="2869685395" sldId="259"/>
        </pc:sldMkLst>
        <pc:spChg chg="mod">
          <ac:chgData name="Friedrich Weinmann (CSA, POWERSHELL)" userId="5fc98268-592d-4a4d-878f-788c1cc50317" providerId="ADAL" clId="{B3595B11-AC39-42CA-88C5-D739407ACC5B}" dt="2025-11-28T14:43:33.341" v="280" actId="20577"/>
          <ac:spMkLst>
            <pc:docMk/>
            <pc:sldMk cId="2869685395" sldId="259"/>
            <ac:spMk id="2" creationId="{81B65174-7604-0B68-5A3F-5768B8423F93}"/>
          </ac:spMkLst>
        </pc:spChg>
        <pc:spChg chg="del">
          <ac:chgData name="Friedrich Weinmann (CSA, POWERSHELL)" userId="5fc98268-592d-4a4d-878f-788c1cc50317" providerId="ADAL" clId="{B3595B11-AC39-42CA-88C5-D739407ACC5B}" dt="2025-11-28T14:43:43.886" v="281" actId="478"/>
          <ac:spMkLst>
            <pc:docMk/>
            <pc:sldMk cId="2869685395" sldId="259"/>
            <ac:spMk id="3" creationId="{28124552-EB4F-70C4-3D10-8113B45D7337}"/>
          </ac:spMkLst>
        </pc:spChg>
        <pc:spChg chg="add mod">
          <ac:chgData name="Friedrich Weinmann (CSA, POWERSHELL)" userId="5fc98268-592d-4a4d-878f-788c1cc50317" providerId="ADAL" clId="{B3595B11-AC39-42CA-88C5-D739407ACC5B}" dt="2025-11-28T14:44:25.586" v="294" actId="242"/>
          <ac:spMkLst>
            <pc:docMk/>
            <pc:sldMk cId="2869685395" sldId="259"/>
            <ac:spMk id="4" creationId="{12B5D5FB-8BAD-2E31-31E4-8F2608B57139}"/>
          </ac:spMkLst>
        </pc:spChg>
        <pc:spChg chg="add mod">
          <ac:chgData name="Friedrich Weinmann (CSA, POWERSHELL)" userId="5fc98268-592d-4a4d-878f-788c1cc50317" providerId="ADAL" clId="{B3595B11-AC39-42CA-88C5-D739407ACC5B}" dt="2025-11-28T14:49:48.938" v="394" actId="13822"/>
          <ac:spMkLst>
            <pc:docMk/>
            <pc:sldMk cId="2869685395" sldId="259"/>
            <ac:spMk id="5" creationId="{4A18A07E-1830-996E-6B1A-C368ED78892A}"/>
          </ac:spMkLst>
        </pc:spChg>
        <pc:spChg chg="add mod">
          <ac:chgData name="Friedrich Weinmann (CSA, POWERSHELL)" userId="5fc98268-592d-4a4d-878f-788c1cc50317" providerId="ADAL" clId="{B3595B11-AC39-42CA-88C5-D739407ACC5B}" dt="2025-11-28T14:49:56.756" v="395" actId="13822"/>
          <ac:spMkLst>
            <pc:docMk/>
            <pc:sldMk cId="2869685395" sldId="259"/>
            <ac:spMk id="6" creationId="{F54A4D05-1714-32B6-A4F9-D1288D20D49F}"/>
          </ac:spMkLst>
        </pc:spChg>
        <pc:spChg chg="add mod">
          <ac:chgData name="Friedrich Weinmann (CSA, POWERSHELL)" userId="5fc98268-592d-4a4d-878f-788c1cc50317" providerId="ADAL" clId="{B3595B11-AC39-42CA-88C5-D739407ACC5B}" dt="2025-11-28T14:45:35.981" v="339" actId="1076"/>
          <ac:spMkLst>
            <pc:docMk/>
            <pc:sldMk cId="2869685395" sldId="259"/>
            <ac:spMk id="7" creationId="{C501D4E7-4304-22A9-5D70-5AE39942C440}"/>
          </ac:spMkLst>
        </pc:spChg>
        <pc:spChg chg="add mod">
          <ac:chgData name="Friedrich Weinmann (CSA, POWERSHELL)" userId="5fc98268-592d-4a4d-878f-788c1cc50317" providerId="ADAL" clId="{B3595B11-AC39-42CA-88C5-D739407ACC5B}" dt="2025-11-28T14:46:10.237" v="351" actId="20577"/>
          <ac:spMkLst>
            <pc:docMk/>
            <pc:sldMk cId="2869685395" sldId="259"/>
            <ac:spMk id="8" creationId="{E1C08D30-C0A2-0F81-EA85-0BC2482BD8E2}"/>
          </ac:spMkLst>
        </pc:spChg>
        <pc:spChg chg="add mod ord">
          <ac:chgData name="Friedrich Weinmann (CSA, POWERSHELL)" userId="5fc98268-592d-4a4d-878f-788c1cc50317" providerId="ADAL" clId="{B3595B11-AC39-42CA-88C5-D739407ACC5B}" dt="2025-11-28T14:55:05.741" v="447" actId="166"/>
          <ac:spMkLst>
            <pc:docMk/>
            <pc:sldMk cId="2869685395" sldId="259"/>
            <ac:spMk id="9" creationId="{7BADA793-55C7-3547-A830-3A7E82B26EF7}"/>
          </ac:spMkLst>
        </pc:spChg>
        <pc:spChg chg="add mod ord">
          <ac:chgData name="Friedrich Weinmann (CSA, POWERSHELL)" userId="5fc98268-592d-4a4d-878f-788c1cc50317" providerId="ADAL" clId="{B3595B11-AC39-42CA-88C5-D739407ACC5B}" dt="2025-11-28T14:55:00.186" v="446" actId="1076"/>
          <ac:spMkLst>
            <pc:docMk/>
            <pc:sldMk cId="2869685395" sldId="259"/>
            <ac:spMk id="10" creationId="{370890DF-729E-0DDE-0879-121C4EE75D29}"/>
          </ac:spMkLst>
        </pc:spChg>
        <pc:spChg chg="add mod">
          <ac:chgData name="Friedrich Weinmann (CSA, POWERSHELL)" userId="5fc98268-592d-4a4d-878f-788c1cc50317" providerId="ADAL" clId="{B3595B11-AC39-42CA-88C5-D739407ACC5B}" dt="2025-11-28T14:54:55.732" v="445" actId="1076"/>
          <ac:spMkLst>
            <pc:docMk/>
            <pc:sldMk cId="2869685395" sldId="259"/>
            <ac:spMk id="11" creationId="{141A6557-59EB-2867-15B0-FF06B72E0BD4}"/>
          </ac:spMkLst>
        </pc:spChg>
        <pc:spChg chg="add del">
          <ac:chgData name="Friedrich Weinmann (CSA, POWERSHELL)" userId="5fc98268-592d-4a4d-878f-788c1cc50317" providerId="ADAL" clId="{B3595B11-AC39-42CA-88C5-D739407ACC5B}" dt="2025-11-28T14:48:22.454" v="378" actId="478"/>
          <ac:spMkLst>
            <pc:docMk/>
            <pc:sldMk cId="2869685395" sldId="259"/>
            <ac:spMk id="12" creationId="{B468716F-222E-6229-166C-DA186AD5BAF4}"/>
          </ac:spMkLst>
        </pc:spChg>
        <pc:spChg chg="add mod">
          <ac:chgData name="Friedrich Weinmann (CSA, POWERSHELL)" userId="5fc98268-592d-4a4d-878f-788c1cc50317" providerId="ADAL" clId="{B3595B11-AC39-42CA-88C5-D739407ACC5B}" dt="2025-11-28T14:50:05.675" v="396" actId="13822"/>
          <ac:spMkLst>
            <pc:docMk/>
            <pc:sldMk cId="2869685395" sldId="259"/>
            <ac:spMk id="13" creationId="{7C0BBA80-B8FE-F650-2EF6-09EEB492816C}"/>
          </ac:spMkLst>
        </pc:spChg>
        <pc:spChg chg="add mod">
          <ac:chgData name="Friedrich Weinmann (CSA, POWERSHELL)" userId="5fc98268-592d-4a4d-878f-788c1cc50317" providerId="ADAL" clId="{B3595B11-AC39-42CA-88C5-D739407ACC5B}" dt="2025-11-28T14:50:45.111" v="404" actId="13822"/>
          <ac:spMkLst>
            <pc:docMk/>
            <pc:sldMk cId="2869685395" sldId="259"/>
            <ac:spMk id="19" creationId="{3CAE7DF0-7960-00EC-5C39-3DDACDBCE17E}"/>
          </ac:spMkLst>
        </pc:spChg>
        <pc:spChg chg="add mod">
          <ac:chgData name="Friedrich Weinmann (CSA, POWERSHELL)" userId="5fc98268-592d-4a4d-878f-788c1cc50317" providerId="ADAL" clId="{B3595B11-AC39-42CA-88C5-D739407ACC5B}" dt="2025-11-28T14:53:32.005" v="423" actId="1076"/>
          <ac:spMkLst>
            <pc:docMk/>
            <pc:sldMk cId="2869685395" sldId="259"/>
            <ac:spMk id="20" creationId="{2C596482-1F6E-91D4-148A-4F1FDC2C8DAD}"/>
          </ac:spMkLst>
        </pc:spChg>
        <pc:spChg chg="add mod">
          <ac:chgData name="Friedrich Weinmann (CSA, POWERSHELL)" userId="5fc98268-592d-4a4d-878f-788c1cc50317" providerId="ADAL" clId="{B3595B11-AC39-42CA-88C5-D739407ACC5B}" dt="2025-11-28T14:53:38.684" v="425"/>
          <ac:spMkLst>
            <pc:docMk/>
            <pc:sldMk cId="2869685395" sldId="259"/>
            <ac:spMk id="21" creationId="{B0D7379B-A91E-0760-1259-0983407C64FA}"/>
          </ac:spMkLst>
        </pc:spChg>
        <pc:spChg chg="add mod">
          <ac:chgData name="Friedrich Weinmann (CSA, POWERSHELL)" userId="5fc98268-592d-4a4d-878f-788c1cc50317" providerId="ADAL" clId="{B3595B11-AC39-42CA-88C5-D739407ACC5B}" dt="2025-11-28T14:53:40.219" v="426"/>
          <ac:spMkLst>
            <pc:docMk/>
            <pc:sldMk cId="2869685395" sldId="259"/>
            <ac:spMk id="22" creationId="{CC3BA024-7AF2-D8C4-1AC9-AA7A633429ED}"/>
          </ac:spMkLst>
        </pc:spChg>
        <pc:spChg chg="add mod">
          <ac:chgData name="Friedrich Weinmann (CSA, POWERSHELL)" userId="5fc98268-592d-4a4d-878f-788c1cc50317" providerId="ADAL" clId="{B3595B11-AC39-42CA-88C5-D739407ACC5B}" dt="2025-11-28T14:53:40.772" v="427"/>
          <ac:spMkLst>
            <pc:docMk/>
            <pc:sldMk cId="2869685395" sldId="259"/>
            <ac:spMk id="23" creationId="{EF43F68E-CFB9-0B2F-BF21-C6032662F7DF}"/>
          </ac:spMkLst>
        </pc:spChg>
        <pc:spChg chg="add mod">
          <ac:chgData name="Friedrich Weinmann (CSA, POWERSHELL)" userId="5fc98268-592d-4a4d-878f-788c1cc50317" providerId="ADAL" clId="{B3595B11-AC39-42CA-88C5-D739407ACC5B}" dt="2025-11-28T14:53:41.194" v="428"/>
          <ac:spMkLst>
            <pc:docMk/>
            <pc:sldMk cId="2869685395" sldId="259"/>
            <ac:spMk id="24" creationId="{5269BA51-E416-7E77-86E8-C6F4A6957522}"/>
          </ac:spMkLst>
        </pc:spChg>
        <pc:cxnChg chg="add mod">
          <ac:chgData name="Friedrich Weinmann (CSA, POWERSHELL)" userId="5fc98268-592d-4a4d-878f-788c1cc50317" providerId="ADAL" clId="{B3595B11-AC39-42CA-88C5-D739407ACC5B}" dt="2025-11-28T14:49:02.278" v="390" actId="1582"/>
          <ac:cxnSpMkLst>
            <pc:docMk/>
            <pc:sldMk cId="2869685395" sldId="259"/>
            <ac:cxnSpMk id="15" creationId="{804D255A-101F-24D7-2AA6-A6368AAAE6BB}"/>
          </ac:cxnSpMkLst>
        </pc:cxnChg>
        <pc:cxnChg chg="add mod">
          <ac:chgData name="Friedrich Weinmann (CSA, POWERSHELL)" userId="5fc98268-592d-4a4d-878f-788c1cc50317" providerId="ADAL" clId="{B3595B11-AC39-42CA-88C5-D739407ACC5B}" dt="2025-11-28T14:49:13.197" v="393" actId="14100"/>
          <ac:cxnSpMkLst>
            <pc:docMk/>
            <pc:sldMk cId="2869685395" sldId="259"/>
            <ac:cxnSpMk id="16" creationId="{6B058269-A44D-B0EB-8D4D-E6D6F01EBC09}"/>
          </ac:cxnSpMkLst>
        </pc:cxnChg>
        <pc:cxnChg chg="add mod">
          <ac:chgData name="Friedrich Weinmann (CSA, POWERSHELL)" userId="5fc98268-592d-4a4d-878f-788c1cc50317" providerId="ADAL" clId="{B3595B11-AC39-42CA-88C5-D739407ACC5B}" dt="2025-11-28T14:54:04.059" v="432" actId="14100"/>
          <ac:cxnSpMkLst>
            <pc:docMk/>
            <pc:sldMk cId="2869685395" sldId="259"/>
            <ac:cxnSpMk id="25" creationId="{6B22051F-C61B-8374-151A-7FF6DEF6E463}"/>
          </ac:cxnSpMkLst>
        </pc:cxnChg>
        <pc:cxnChg chg="add mod">
          <ac:chgData name="Friedrich Weinmann (CSA, POWERSHELL)" userId="5fc98268-592d-4a4d-878f-788c1cc50317" providerId="ADAL" clId="{B3595B11-AC39-42CA-88C5-D739407ACC5B}" dt="2025-11-28T14:54:28.266" v="437" actId="14100"/>
          <ac:cxnSpMkLst>
            <pc:docMk/>
            <pc:sldMk cId="2869685395" sldId="259"/>
            <ac:cxnSpMk id="28" creationId="{E92B17B7-5F3E-66D8-51AC-C7E538C13A9B}"/>
          </ac:cxnSpMkLst>
        </pc:cxnChg>
        <pc:cxnChg chg="add mod">
          <ac:chgData name="Friedrich Weinmann (CSA, POWERSHELL)" userId="5fc98268-592d-4a4d-878f-788c1cc50317" providerId="ADAL" clId="{B3595B11-AC39-42CA-88C5-D739407ACC5B}" dt="2025-11-28T14:55:00.186" v="446" actId="1076"/>
          <ac:cxnSpMkLst>
            <pc:docMk/>
            <pc:sldMk cId="2869685395" sldId="259"/>
            <ac:cxnSpMk id="31" creationId="{B7FE4F80-B6DF-31EE-7318-7AA89D96A70C}"/>
          </ac:cxnSpMkLst>
        </pc:cxnChg>
        <pc:cxnChg chg="add mod">
          <ac:chgData name="Friedrich Weinmann (CSA, POWERSHELL)" userId="5fc98268-592d-4a4d-878f-788c1cc50317" providerId="ADAL" clId="{B3595B11-AC39-42CA-88C5-D739407ACC5B}" dt="2025-11-28T14:54:55.732" v="445" actId="1076"/>
          <ac:cxnSpMkLst>
            <pc:docMk/>
            <pc:sldMk cId="2869685395" sldId="259"/>
            <ac:cxnSpMk id="34" creationId="{52AEE93A-8AAF-0B7F-2309-15EEE240EA8E}"/>
          </ac:cxnSpMkLst>
        </pc:cxnChg>
      </pc:sldChg>
      <pc:sldChg chg="addSp delSp modSp new mod">
        <pc:chgData name="Friedrich Weinmann (CSA, POWERSHELL)" userId="5fc98268-592d-4a4d-878f-788c1cc50317" providerId="ADAL" clId="{B3595B11-AC39-42CA-88C5-D739407ACC5B}" dt="2025-11-28T14:57:46.520" v="498"/>
        <pc:sldMkLst>
          <pc:docMk/>
          <pc:sldMk cId="291868114" sldId="260"/>
        </pc:sldMkLst>
        <pc:spChg chg="mod">
          <ac:chgData name="Friedrich Weinmann (CSA, POWERSHELL)" userId="5fc98268-592d-4a4d-878f-788c1cc50317" providerId="ADAL" clId="{B3595B11-AC39-42CA-88C5-D739407ACC5B}" dt="2025-11-28T14:57:38.085" v="496" actId="5793"/>
          <ac:spMkLst>
            <pc:docMk/>
            <pc:sldMk cId="291868114" sldId="260"/>
            <ac:spMk id="2" creationId="{D63A967C-EEE1-47EF-E819-0659E3BC01E8}"/>
          </ac:spMkLst>
        </pc:spChg>
        <pc:spChg chg="del">
          <ac:chgData name="Friedrich Weinmann (CSA, POWERSHELL)" userId="5fc98268-592d-4a4d-878f-788c1cc50317" providerId="ADAL" clId="{B3595B11-AC39-42CA-88C5-D739407ACC5B}" dt="2025-11-28T14:57:45.595" v="497" actId="478"/>
          <ac:spMkLst>
            <pc:docMk/>
            <pc:sldMk cId="291868114" sldId="260"/>
            <ac:spMk id="3" creationId="{3555D2CA-4ADF-BE93-CFC6-A0FB7AE6AEB4}"/>
          </ac:spMkLst>
        </pc:spChg>
        <pc:spChg chg="add mod">
          <ac:chgData name="Friedrich Weinmann (CSA, POWERSHELL)" userId="5fc98268-592d-4a4d-878f-788c1cc50317" providerId="ADAL" clId="{B3595B11-AC39-42CA-88C5-D739407ACC5B}" dt="2025-11-28T14:57:46.520" v="498"/>
          <ac:spMkLst>
            <pc:docMk/>
            <pc:sldMk cId="291868114" sldId="260"/>
            <ac:spMk id="4" creationId="{A2716509-2FD3-9FCA-321F-E93B519206B8}"/>
          </ac:spMkLst>
        </pc:spChg>
      </pc:sldChg>
      <pc:sldChg chg="addSp delSp modSp new mod modAnim">
        <pc:chgData name="Friedrich Weinmann (CSA, POWERSHELL)" userId="5fc98268-592d-4a4d-878f-788c1cc50317" providerId="ADAL" clId="{B3595B11-AC39-42CA-88C5-D739407ACC5B}" dt="2025-11-28T15:04:09.532" v="636"/>
        <pc:sldMkLst>
          <pc:docMk/>
          <pc:sldMk cId="3510298525" sldId="261"/>
        </pc:sldMkLst>
        <pc:spChg chg="mod">
          <ac:chgData name="Friedrich Weinmann (CSA, POWERSHELL)" userId="5fc98268-592d-4a4d-878f-788c1cc50317" providerId="ADAL" clId="{B3595B11-AC39-42CA-88C5-D739407ACC5B}" dt="2025-11-28T14:58:12.764" v="534" actId="5793"/>
          <ac:spMkLst>
            <pc:docMk/>
            <pc:sldMk cId="3510298525" sldId="261"/>
            <ac:spMk id="2" creationId="{E85FB826-1A6A-BD34-12F3-DF53FF80B174}"/>
          </ac:spMkLst>
        </pc:spChg>
        <pc:spChg chg="del">
          <ac:chgData name="Friedrich Weinmann (CSA, POWERSHELL)" userId="5fc98268-592d-4a4d-878f-788c1cc50317" providerId="ADAL" clId="{B3595B11-AC39-42CA-88C5-D739407ACC5B}" dt="2025-11-28T14:58:17.378" v="535" actId="478"/>
          <ac:spMkLst>
            <pc:docMk/>
            <pc:sldMk cId="3510298525" sldId="261"/>
            <ac:spMk id="3" creationId="{8E394FC4-7393-2E6B-BBA3-5BE2E58AACBF}"/>
          </ac:spMkLst>
        </pc:spChg>
        <pc:spChg chg="add mod">
          <ac:chgData name="Friedrich Weinmann (CSA, POWERSHELL)" userId="5fc98268-592d-4a4d-878f-788c1cc50317" providerId="ADAL" clId="{B3595B11-AC39-42CA-88C5-D739407ACC5B}" dt="2025-11-28T15:00:36.244" v="597" actId="17032"/>
          <ac:spMkLst>
            <pc:docMk/>
            <pc:sldMk cId="3510298525" sldId="261"/>
            <ac:spMk id="4" creationId="{7687AA00-BCF8-D988-31BE-479546A0BD1F}"/>
          </ac:spMkLst>
        </pc:spChg>
        <pc:spChg chg="add mod">
          <ac:chgData name="Friedrich Weinmann (CSA, POWERSHELL)" userId="5fc98268-592d-4a4d-878f-788c1cc50317" providerId="ADAL" clId="{B3595B11-AC39-42CA-88C5-D739407ACC5B}" dt="2025-11-28T15:01:46.997" v="604" actId="1076"/>
          <ac:spMkLst>
            <pc:docMk/>
            <pc:sldMk cId="3510298525" sldId="261"/>
            <ac:spMk id="5" creationId="{C893D98C-8827-157A-A6A2-B9457BA2B863}"/>
          </ac:spMkLst>
        </pc:spChg>
        <pc:spChg chg="add mod">
          <ac:chgData name="Friedrich Weinmann (CSA, POWERSHELL)" userId="5fc98268-592d-4a4d-878f-788c1cc50317" providerId="ADAL" clId="{B3595B11-AC39-42CA-88C5-D739407ACC5B}" dt="2025-11-28T15:01:39.135" v="602" actId="1076"/>
          <ac:spMkLst>
            <pc:docMk/>
            <pc:sldMk cId="3510298525" sldId="261"/>
            <ac:spMk id="6" creationId="{57B4B962-7621-045D-3163-ED8445C59672}"/>
          </ac:spMkLst>
        </pc:spChg>
        <pc:spChg chg="add mod">
          <ac:chgData name="Friedrich Weinmann (CSA, POWERSHELL)" userId="5fc98268-592d-4a4d-878f-788c1cc50317" providerId="ADAL" clId="{B3595B11-AC39-42CA-88C5-D739407ACC5B}" dt="2025-11-28T15:01:39.135" v="602" actId="1076"/>
          <ac:spMkLst>
            <pc:docMk/>
            <pc:sldMk cId="3510298525" sldId="261"/>
            <ac:spMk id="7" creationId="{692531E3-5C5B-1A60-9D99-1F8EFE3F6D80}"/>
          </ac:spMkLst>
        </pc:spChg>
        <pc:spChg chg="add mod">
          <ac:chgData name="Friedrich Weinmann (CSA, POWERSHELL)" userId="5fc98268-592d-4a4d-878f-788c1cc50317" providerId="ADAL" clId="{B3595B11-AC39-42CA-88C5-D739407ACC5B}" dt="2025-11-28T15:01:39.135" v="602" actId="1076"/>
          <ac:spMkLst>
            <pc:docMk/>
            <pc:sldMk cId="3510298525" sldId="261"/>
            <ac:spMk id="8" creationId="{AC560DCC-9DC9-971A-C02B-2C24054C3DFE}"/>
          </ac:spMkLst>
        </pc:spChg>
        <pc:spChg chg="add mod">
          <ac:chgData name="Friedrich Weinmann (CSA, POWERSHELL)" userId="5fc98268-592d-4a4d-878f-788c1cc50317" providerId="ADAL" clId="{B3595B11-AC39-42CA-88C5-D739407ACC5B}" dt="2025-11-28T15:01:39.135" v="602" actId="1076"/>
          <ac:spMkLst>
            <pc:docMk/>
            <pc:sldMk cId="3510298525" sldId="261"/>
            <ac:spMk id="9" creationId="{C69231F7-7E7E-FAA6-E0DB-5CA68A2928B1}"/>
          </ac:spMkLst>
        </pc:spChg>
        <pc:spChg chg="add mod">
          <ac:chgData name="Friedrich Weinmann (CSA, POWERSHELL)" userId="5fc98268-592d-4a4d-878f-788c1cc50317" providerId="ADAL" clId="{B3595B11-AC39-42CA-88C5-D739407ACC5B}" dt="2025-11-28T15:00:39.661" v="598" actId="17032"/>
          <ac:spMkLst>
            <pc:docMk/>
            <pc:sldMk cId="3510298525" sldId="261"/>
            <ac:spMk id="10" creationId="{608D71F2-DA41-44EB-250C-089CB41FEC93}"/>
          </ac:spMkLst>
        </pc:spChg>
        <pc:cxnChg chg="add mod">
          <ac:chgData name="Friedrich Weinmann (CSA, POWERSHELL)" userId="5fc98268-592d-4a4d-878f-788c1cc50317" providerId="ADAL" clId="{B3595B11-AC39-42CA-88C5-D739407ACC5B}" dt="2025-11-28T15:02:23.272" v="607" actId="1582"/>
          <ac:cxnSpMkLst>
            <pc:docMk/>
            <pc:sldMk cId="3510298525" sldId="261"/>
            <ac:cxnSpMk id="12" creationId="{DD43A3A6-FA68-EE42-BA78-1D34E8202784}"/>
          </ac:cxnSpMkLst>
        </pc:cxnChg>
        <pc:cxnChg chg="add mod">
          <ac:chgData name="Friedrich Weinmann (CSA, POWERSHELL)" userId="5fc98268-592d-4a4d-878f-788c1cc50317" providerId="ADAL" clId="{B3595B11-AC39-42CA-88C5-D739407ACC5B}" dt="2025-11-28T15:02:30.440" v="611" actId="14100"/>
          <ac:cxnSpMkLst>
            <pc:docMk/>
            <pc:sldMk cId="3510298525" sldId="261"/>
            <ac:cxnSpMk id="13" creationId="{4CBE4FD7-FC63-20D4-74F8-C7F450220136}"/>
          </ac:cxnSpMkLst>
        </pc:cxnChg>
        <pc:cxnChg chg="add mod">
          <ac:chgData name="Friedrich Weinmann (CSA, POWERSHELL)" userId="5fc98268-592d-4a4d-878f-788c1cc50317" providerId="ADAL" clId="{B3595B11-AC39-42CA-88C5-D739407ACC5B}" dt="2025-11-28T15:02:36.464" v="615" actId="14100"/>
          <ac:cxnSpMkLst>
            <pc:docMk/>
            <pc:sldMk cId="3510298525" sldId="261"/>
            <ac:cxnSpMk id="16" creationId="{A4317BA8-CB35-AFBF-FE7B-3429A8E04666}"/>
          </ac:cxnSpMkLst>
        </pc:cxnChg>
        <pc:cxnChg chg="add mod">
          <ac:chgData name="Friedrich Weinmann (CSA, POWERSHELL)" userId="5fc98268-592d-4a4d-878f-788c1cc50317" providerId="ADAL" clId="{B3595B11-AC39-42CA-88C5-D739407ACC5B}" dt="2025-11-28T15:02:40.428" v="617" actId="1076"/>
          <ac:cxnSpMkLst>
            <pc:docMk/>
            <pc:sldMk cId="3510298525" sldId="261"/>
            <ac:cxnSpMk id="19" creationId="{0B883B6A-24EC-649E-6AF8-F3989A6F6BE3}"/>
          </ac:cxnSpMkLst>
        </pc:cxnChg>
        <pc:cxnChg chg="add mod">
          <ac:chgData name="Friedrich Weinmann (CSA, POWERSHELL)" userId="5fc98268-592d-4a4d-878f-788c1cc50317" providerId="ADAL" clId="{B3595B11-AC39-42CA-88C5-D739407ACC5B}" dt="2025-11-28T15:02:46.489" v="619" actId="1076"/>
          <ac:cxnSpMkLst>
            <pc:docMk/>
            <pc:sldMk cId="3510298525" sldId="261"/>
            <ac:cxnSpMk id="20" creationId="{B4583D9C-2A2A-16C5-ADC3-37B90A9C6595}"/>
          </ac:cxnSpMkLst>
        </pc:cxnChg>
        <pc:cxnChg chg="add del mod">
          <ac:chgData name="Friedrich Weinmann (CSA, POWERSHELL)" userId="5fc98268-592d-4a4d-878f-788c1cc50317" providerId="ADAL" clId="{B3595B11-AC39-42CA-88C5-D739407ACC5B}" dt="2025-11-28T15:02:53.563" v="622" actId="478"/>
          <ac:cxnSpMkLst>
            <pc:docMk/>
            <pc:sldMk cId="3510298525" sldId="261"/>
            <ac:cxnSpMk id="21" creationId="{145E3A9F-9487-0F49-C324-6928322173FF}"/>
          </ac:cxnSpMkLst>
        </pc:cxnChg>
        <pc:cxnChg chg="add mod">
          <ac:chgData name="Friedrich Weinmann (CSA, POWERSHELL)" userId="5fc98268-592d-4a4d-878f-788c1cc50317" providerId="ADAL" clId="{B3595B11-AC39-42CA-88C5-D739407ACC5B}" dt="2025-11-28T15:03:08.611" v="625" actId="1582"/>
          <ac:cxnSpMkLst>
            <pc:docMk/>
            <pc:sldMk cId="3510298525" sldId="261"/>
            <ac:cxnSpMk id="23" creationId="{BE7A1225-D250-AD32-6520-AB95BA572B8D}"/>
          </ac:cxnSpMkLst>
        </pc:cxnChg>
        <pc:cxnChg chg="add mod">
          <ac:chgData name="Friedrich Weinmann (CSA, POWERSHELL)" userId="5fc98268-592d-4a4d-878f-788c1cc50317" providerId="ADAL" clId="{B3595B11-AC39-42CA-88C5-D739407ACC5B}" dt="2025-11-28T15:03:24.194" v="628" actId="14100"/>
          <ac:cxnSpMkLst>
            <pc:docMk/>
            <pc:sldMk cId="3510298525" sldId="261"/>
            <ac:cxnSpMk id="24" creationId="{D0E01D62-000D-CFCC-C02A-EA91666F758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66587-DEBC-6728-E11E-A0B5FE2E4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ED1AC-779C-93BB-E909-380414941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144ED-C317-9E8C-D4CF-E08CAD05E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039B-09B9-47F5-BE3E-8308CF56F455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60D0D-8090-6A59-9157-E757E8C2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6C095-8F6B-C4E4-0B3E-70EF06C06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CBF4-AEA9-4868-A65B-41D762D7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4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F4F7-829B-9F3E-7CAE-EB6559AE7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B4DA4-73EA-8799-3CBC-2807BCD66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6DF14-A140-C357-4D6C-D912CECC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039B-09B9-47F5-BE3E-8308CF56F455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026CE-0DF9-040D-43A6-E364AC4F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C8086-9F59-7337-AD0B-920DF5E60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CBF4-AEA9-4868-A65B-41D762D7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2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7BF8-B2F7-B04D-B4F8-A6E19683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2BE97-C7A1-667A-5F0B-66D0AF18C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563FF-A482-8F12-AADA-194B6F32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039B-09B9-47F5-BE3E-8308CF56F455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C1921-2E88-030B-BC10-8E4A11C2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D4EAA-4827-7B54-47CD-3644D949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CBF4-AEA9-4868-A65B-41D762D7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7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8F6B3-F107-AB2A-A2F0-1646AD9AB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396B1-6B90-B8BA-AD68-F89F1F544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53D876-8AC6-21A4-8C90-33EBD9C16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327D6-C6A4-FB40-747F-60760A62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039B-09B9-47F5-BE3E-8308CF56F455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56910-BB3A-18F7-28DE-05E3E9A8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ED42B-8D77-FC7E-81E0-662216FA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CBF4-AEA9-4868-A65B-41D762D7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13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380C6-BEB7-43DF-D389-F68E7307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FBDC0-EF15-0A1B-2E6E-038A18E59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02CE8-A204-F17C-FB25-8DB309A03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0D3854-76AD-B427-D4FD-DA4189023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638A90-7024-91B3-8F53-0AA28356C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17D340-B2A7-EB83-082B-B5321D48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039B-09B9-47F5-BE3E-8308CF56F455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CE74A-5CEF-7CCA-4590-1C5AFC70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3234D-CB05-9B98-D7CE-2AD0F41A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CBF4-AEA9-4868-A65B-41D762D7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6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5D9D5-642A-4BB9-EB3C-722D9D26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B31F5-50BF-BAD3-AAD7-625B3697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039B-09B9-47F5-BE3E-8308CF56F455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0BB0E-9603-B976-545B-37B669C27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7782-E5EE-A29D-7F2C-50EDBB016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CBF4-AEA9-4868-A65B-41D762D7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40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2CABE-EB6D-8C98-6DFC-9C7057046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039B-09B9-47F5-BE3E-8308CF56F455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8A72D-0F8B-093F-E9A9-D47C0C5ED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EB392-63F2-7695-AFC2-A6B3A554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CBF4-AEA9-4868-A65B-41D762D7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36EC-E89D-7866-063B-5D007331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D8BB4-0079-7040-7CFB-B41E4C38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BE6A1-D6A6-CB9E-1207-DA5312546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DC522-4714-B314-65B7-87D576600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039B-09B9-47F5-BE3E-8308CF56F455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2FAE8-F4E7-8846-738B-F787748E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7BECA-9393-9C74-5C88-866A7D05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CBF4-AEA9-4868-A65B-41D762D7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38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1B5C-7FEC-C831-E882-2E37EF081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1CB1F1-E0C7-76F9-1099-E2F6A0962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48E9A-61F9-BCAB-7FCC-316FA8096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2D18B-FCAB-09B9-87C1-7CA5CDA45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039B-09B9-47F5-BE3E-8308CF56F455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89005-27DB-3462-0287-8BD30BD9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B7B40-82B1-14E3-B54A-F276C179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CBF4-AEA9-4868-A65B-41D762D7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62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03CC3-FBD5-83BA-E74F-E3E16E1F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EEB6C-9EE2-64ED-233B-37966E396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CD015-7515-6F14-3BB2-A352AECF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039B-09B9-47F5-BE3E-8308CF56F455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AB7C9-6FA5-51CF-9D8F-7925AD36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3FB53-2272-328E-0DAC-04E662579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CBF4-AEA9-4868-A65B-41D762D7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95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94069C-12AE-4C31-68EE-3DF90E078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8A03D-FE29-E9DD-0D13-87A390B37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70888-1E4D-360D-F850-F838AB13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039B-09B9-47F5-BE3E-8308CF56F455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47CDA-39E4-9E54-176B-3B79EBF7E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355AD-1859-A426-B823-4B188ADB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FCBF4-AEA9-4868-A65B-41D762D7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29A79-43B7-849A-F0B7-A88EDDBF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15E0C-9D0C-D230-EDA4-50AF83BE9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639CB-6FC6-3FC2-64A5-8C4F62B89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3039B-09B9-47F5-BE3E-8308CF56F455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C333D-E9DF-778E-358F-7449B88B4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D818D-5536-25C3-401C-323A86772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FCBF4-AEA9-4868-A65B-41D762D7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0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dmf.one/" TargetMode="External"/><Relationship Id="rId2" Type="http://schemas.openxmlformats.org/officeDocument/2006/relationships/hyperlink" Target="https://psframework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FriedrichWeinmann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C8F4E-4B73-82C8-4857-A211B8B22E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PowerShell Logging at Scale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BF3E7-621E-D5FA-8E6E-D6AB0A0840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Introduction to the </a:t>
            </a:r>
            <a:r>
              <a:rPr lang="en-US" i="1" dirty="0" err="1"/>
              <a:t>PSFramework</a:t>
            </a:r>
            <a:r>
              <a:rPr lang="en-US" i="1" dirty="0"/>
              <a:t> Logging System</a:t>
            </a:r>
          </a:p>
        </p:txBody>
      </p:sp>
    </p:spTree>
    <p:extLst>
      <p:ext uri="{BB962C8B-B14F-4D97-AF65-F5344CB8AC3E}">
        <p14:creationId xmlns:p14="http://schemas.microsoft.com/office/powerpoint/2010/main" val="155417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CC446-D4D3-4340-4258-ACD0580C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about_speaker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2B1E56-CA22-11B1-07FC-A2A85EE6B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Name: Fred</a:t>
            </a:r>
          </a:p>
          <a:p>
            <a:r>
              <a:rPr lang="en-US" dirty="0"/>
              <a:t>Job: Cloud Solution Architect @MSFT</a:t>
            </a:r>
          </a:p>
          <a:p>
            <a:r>
              <a:rPr lang="en-US" dirty="0"/>
              <a:t>Hobbies: Gaming, Reading, Bartending, Bragging about my toys</a:t>
            </a:r>
          </a:p>
          <a:p>
            <a:r>
              <a:rPr lang="en-US" dirty="0"/>
              <a:t>PS Discord: Fred (#psframework)</a:t>
            </a:r>
          </a:p>
          <a:p>
            <a:endParaRPr lang="en-US" dirty="0"/>
          </a:p>
          <a:p>
            <a:r>
              <a:rPr lang="en-US" dirty="0"/>
              <a:t>Toys:</a:t>
            </a:r>
          </a:p>
          <a:p>
            <a:pPr lvl="1"/>
            <a:r>
              <a:rPr lang="en-US" dirty="0" err="1"/>
              <a:t>PSFramework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https://psframework.org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Active Directory Management Framework (</a:t>
            </a:r>
            <a:r>
              <a:rPr lang="en-US" dirty="0">
                <a:hlinkClick r:id="rId3"/>
              </a:rPr>
              <a:t>https://admf.one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Github</a:t>
            </a:r>
            <a:r>
              <a:rPr lang="en-US" dirty="0"/>
              <a:t> (</a:t>
            </a:r>
            <a:r>
              <a:rPr lang="en-US" dirty="0">
                <a:hlinkClick r:id="rId4"/>
              </a:rPr>
              <a:t>https://github.com/FriedrichWeinmann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817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592FC-5D10-7ABC-338D-7F1CA5E9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and how it all starts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57255-0193-E1C8-61AA-E94A9602A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13800" dirty="0"/>
              <a:t>&lt;demo&gt;</a:t>
            </a:r>
          </a:p>
        </p:txBody>
      </p:sp>
    </p:spTree>
    <p:extLst>
      <p:ext uri="{BB962C8B-B14F-4D97-AF65-F5344CB8AC3E}">
        <p14:creationId xmlns:p14="http://schemas.microsoft.com/office/powerpoint/2010/main" val="183717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65174-7604-0B68-5A3F-5768B842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B5D5FB-8BAD-2E31-31E4-8F2608B57139}"/>
              </a:ext>
            </a:extLst>
          </p:cNvPr>
          <p:cNvSpPr/>
          <p:nvPr/>
        </p:nvSpPr>
        <p:spPr>
          <a:xfrm>
            <a:off x="0" y="1586753"/>
            <a:ext cx="12192000" cy="1042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err="1"/>
              <a:t>Runspace</a:t>
            </a:r>
            <a:r>
              <a:rPr lang="en-US" dirty="0"/>
              <a:t> 1-N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18A07E-1830-996E-6B1A-C368ED78892A}"/>
              </a:ext>
            </a:extLst>
          </p:cNvPr>
          <p:cNvSpPr/>
          <p:nvPr/>
        </p:nvSpPr>
        <p:spPr>
          <a:xfrm>
            <a:off x="3509682" y="3348318"/>
            <a:ext cx="2198594" cy="60511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Messages to Log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4A4D05-1714-32B6-A4F9-D1288D20D49F}"/>
              </a:ext>
            </a:extLst>
          </p:cNvPr>
          <p:cNvSpPr/>
          <p:nvPr/>
        </p:nvSpPr>
        <p:spPr>
          <a:xfrm>
            <a:off x="6483726" y="3348318"/>
            <a:ext cx="2198594" cy="60511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In-Memory 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1D4E7-4304-22A9-5D70-5AE39942C440}"/>
              </a:ext>
            </a:extLst>
          </p:cNvPr>
          <p:cNvSpPr txBox="1"/>
          <p:nvPr/>
        </p:nvSpPr>
        <p:spPr>
          <a:xfrm>
            <a:off x="2366682" y="3466210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C08D30-C0A2-0F81-EA85-0BC2482BD8E2}"/>
              </a:ext>
            </a:extLst>
          </p:cNvPr>
          <p:cNvSpPr/>
          <p:nvPr/>
        </p:nvSpPr>
        <p:spPr>
          <a:xfrm>
            <a:off x="0" y="4790745"/>
            <a:ext cx="12192000" cy="1042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Logging </a:t>
            </a:r>
            <a:r>
              <a:rPr lang="en-US" dirty="0" err="1"/>
              <a:t>Runspace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1A6557-59EB-2867-15B0-FF06B72E0BD4}"/>
              </a:ext>
            </a:extLst>
          </p:cNvPr>
          <p:cNvSpPr/>
          <p:nvPr/>
        </p:nvSpPr>
        <p:spPr>
          <a:xfrm>
            <a:off x="10198320" y="4572000"/>
            <a:ext cx="1203512" cy="880782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Instance 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0BBA80-B8FE-F650-2EF6-09EEB492816C}"/>
              </a:ext>
            </a:extLst>
          </p:cNvPr>
          <p:cNvSpPr/>
          <p:nvPr/>
        </p:nvSpPr>
        <p:spPr>
          <a:xfrm>
            <a:off x="3016006" y="1361745"/>
            <a:ext cx="1710636" cy="985227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Script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4D255A-101F-24D7-2AA6-A6368AAAE6BB}"/>
              </a:ext>
            </a:extLst>
          </p:cNvPr>
          <p:cNvCxnSpPr>
            <a:stCxn id="13" idx="2"/>
            <a:endCxn id="5" idx="0"/>
          </p:cNvCxnSpPr>
          <p:nvPr/>
        </p:nvCxnSpPr>
        <p:spPr>
          <a:xfrm>
            <a:off x="3871324" y="2346972"/>
            <a:ext cx="737655" cy="100134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058269-A44D-B0EB-8D4D-E6D6F01EBC09}"/>
              </a:ext>
            </a:extLst>
          </p:cNvPr>
          <p:cNvCxnSpPr>
            <a:cxnSpLocks/>
            <a:stCxn id="13" idx="2"/>
            <a:endCxn id="6" idx="1"/>
          </p:cNvCxnSpPr>
          <p:nvPr/>
        </p:nvCxnSpPr>
        <p:spPr>
          <a:xfrm>
            <a:off x="3871324" y="2346972"/>
            <a:ext cx="2612402" cy="130390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3CAE7DF0-7960-00EC-5C39-3DDACDBCE17E}"/>
              </a:ext>
            </a:extLst>
          </p:cNvPr>
          <p:cNvSpPr/>
          <p:nvPr/>
        </p:nvSpPr>
        <p:spPr>
          <a:xfrm>
            <a:off x="4240151" y="2687308"/>
            <a:ext cx="737655" cy="437029"/>
          </a:xfrm>
          <a:prstGeom prst="flowChartDocumen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msg</a:t>
            </a:r>
          </a:p>
        </p:txBody>
      </p:sp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2C596482-1F6E-91D4-148A-4F1FDC2C8DAD}"/>
              </a:ext>
            </a:extLst>
          </p:cNvPr>
          <p:cNvSpPr/>
          <p:nvPr/>
        </p:nvSpPr>
        <p:spPr>
          <a:xfrm>
            <a:off x="3826654" y="4909895"/>
            <a:ext cx="737655" cy="437029"/>
          </a:xfrm>
          <a:prstGeom prst="flowChartDocumen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msg</a:t>
            </a:r>
          </a:p>
        </p:txBody>
      </p: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B0D7379B-A91E-0760-1259-0983407C64FA}"/>
              </a:ext>
            </a:extLst>
          </p:cNvPr>
          <p:cNvSpPr/>
          <p:nvPr/>
        </p:nvSpPr>
        <p:spPr>
          <a:xfrm>
            <a:off x="3979054" y="5062295"/>
            <a:ext cx="737655" cy="437029"/>
          </a:xfrm>
          <a:prstGeom prst="flowChartDocumen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msg</a:t>
            </a:r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CC3BA024-7AF2-D8C4-1AC9-AA7A633429ED}"/>
              </a:ext>
            </a:extLst>
          </p:cNvPr>
          <p:cNvSpPr/>
          <p:nvPr/>
        </p:nvSpPr>
        <p:spPr>
          <a:xfrm>
            <a:off x="4131454" y="5214695"/>
            <a:ext cx="737655" cy="437029"/>
          </a:xfrm>
          <a:prstGeom prst="flowChartDocumen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msg</a:t>
            </a:r>
          </a:p>
        </p:txBody>
      </p:sp>
      <p:sp>
        <p:nvSpPr>
          <p:cNvPr id="23" name="Flowchart: Document 22">
            <a:extLst>
              <a:ext uri="{FF2B5EF4-FFF2-40B4-BE49-F238E27FC236}">
                <a16:creationId xmlns:a16="http://schemas.microsoft.com/office/drawing/2014/main" id="{EF43F68E-CFB9-0B2F-BF21-C6032662F7DF}"/>
              </a:ext>
            </a:extLst>
          </p:cNvPr>
          <p:cNvSpPr/>
          <p:nvPr/>
        </p:nvSpPr>
        <p:spPr>
          <a:xfrm>
            <a:off x="4283854" y="5367095"/>
            <a:ext cx="737655" cy="437029"/>
          </a:xfrm>
          <a:prstGeom prst="flowChartDocumen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msg</a:t>
            </a:r>
          </a:p>
        </p:txBody>
      </p:sp>
      <p:sp>
        <p:nvSpPr>
          <p:cNvPr id="24" name="Flowchart: Document 23">
            <a:extLst>
              <a:ext uri="{FF2B5EF4-FFF2-40B4-BE49-F238E27FC236}">
                <a16:creationId xmlns:a16="http://schemas.microsoft.com/office/drawing/2014/main" id="{5269BA51-E416-7E77-86E8-C6F4A6957522}"/>
              </a:ext>
            </a:extLst>
          </p:cNvPr>
          <p:cNvSpPr/>
          <p:nvPr/>
        </p:nvSpPr>
        <p:spPr>
          <a:xfrm>
            <a:off x="4436254" y="5519495"/>
            <a:ext cx="737655" cy="437029"/>
          </a:xfrm>
          <a:prstGeom prst="flowChartDocumen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msg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B22051F-C61B-8374-151A-7FF6DEF6E463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608978" y="3953435"/>
            <a:ext cx="1" cy="98522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2B17B7-5F3E-66D8-51AC-C7E538C13A9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5021509" y="5012391"/>
            <a:ext cx="2192838" cy="29942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7FE4F80-B6DF-31EE-7318-7AA89D96A70C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5201924" y="5012391"/>
            <a:ext cx="3522007" cy="31831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2AEE93A-8AAF-0B7F-2309-15EEE240EA8E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5434854" y="5012391"/>
            <a:ext cx="4763466" cy="29942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70890DF-729E-0DDE-0879-121C4EE75D29}"/>
              </a:ext>
            </a:extLst>
          </p:cNvPr>
          <p:cNvSpPr/>
          <p:nvPr/>
        </p:nvSpPr>
        <p:spPr>
          <a:xfrm>
            <a:off x="8723931" y="4572000"/>
            <a:ext cx="1203512" cy="880782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Instance 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ADA793-55C7-3547-A830-3A7E82B26EF7}"/>
              </a:ext>
            </a:extLst>
          </p:cNvPr>
          <p:cNvSpPr/>
          <p:nvPr/>
        </p:nvSpPr>
        <p:spPr>
          <a:xfrm>
            <a:off x="7214347" y="4572000"/>
            <a:ext cx="1203512" cy="880782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Instance 1</a:t>
            </a:r>
          </a:p>
        </p:txBody>
      </p:sp>
    </p:spTree>
    <p:extLst>
      <p:ext uri="{BB962C8B-B14F-4D97-AF65-F5344CB8AC3E}">
        <p14:creationId xmlns:p14="http://schemas.microsoft.com/office/powerpoint/2010/main" val="286968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 animBg="1"/>
      <p:bldP spid="11" grpId="0" animBg="1"/>
      <p:bldP spid="13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0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B826-1A6A-BD34-12F3-DF53FF80B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logging </a:t>
            </a:r>
            <a:r>
              <a:rPr lang="en-US" dirty="0" err="1"/>
              <a:t>runspace</a:t>
            </a:r>
            <a:r>
              <a:rPr lang="en-US" dirty="0"/>
              <a:t> does …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87AA00-BCF8-D988-31BE-479546A0BD1F}"/>
              </a:ext>
            </a:extLst>
          </p:cNvPr>
          <p:cNvSpPr/>
          <p:nvPr/>
        </p:nvSpPr>
        <p:spPr>
          <a:xfrm>
            <a:off x="656665" y="2037229"/>
            <a:ext cx="1526241" cy="8001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Initialize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93D98C-8827-157A-A6A2-B9457BA2B863}"/>
              </a:ext>
            </a:extLst>
          </p:cNvPr>
          <p:cNvSpPr/>
          <p:nvPr/>
        </p:nvSpPr>
        <p:spPr>
          <a:xfrm>
            <a:off x="2721908" y="2037229"/>
            <a:ext cx="1526241" cy="8001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Begin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B4B962-7621-045D-3163-ED8445C59672}"/>
              </a:ext>
            </a:extLst>
          </p:cNvPr>
          <p:cNvSpPr/>
          <p:nvPr/>
        </p:nvSpPr>
        <p:spPr>
          <a:xfrm>
            <a:off x="2721909" y="3563471"/>
            <a:ext cx="1526241" cy="8001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2531E3-5C5B-1A60-9D99-1F8EFE3F6D80}"/>
              </a:ext>
            </a:extLst>
          </p:cNvPr>
          <p:cNvSpPr/>
          <p:nvPr/>
        </p:nvSpPr>
        <p:spPr>
          <a:xfrm>
            <a:off x="4615703" y="3573556"/>
            <a:ext cx="1526241" cy="8001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Message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560DCC-9DC9-971A-C02B-2C24054C3DFE}"/>
              </a:ext>
            </a:extLst>
          </p:cNvPr>
          <p:cNvSpPr/>
          <p:nvPr/>
        </p:nvSpPr>
        <p:spPr>
          <a:xfrm>
            <a:off x="6509497" y="3573556"/>
            <a:ext cx="1526241" cy="8001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Error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9231F7-7E7E-FAA6-E0DB-5CA68A2928B1}"/>
              </a:ext>
            </a:extLst>
          </p:cNvPr>
          <p:cNvSpPr/>
          <p:nvPr/>
        </p:nvSpPr>
        <p:spPr>
          <a:xfrm>
            <a:off x="8403291" y="3563471"/>
            <a:ext cx="1526241" cy="8001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8D71F2-DA41-44EB-250C-089CB41FEC93}"/>
              </a:ext>
            </a:extLst>
          </p:cNvPr>
          <p:cNvSpPr/>
          <p:nvPr/>
        </p:nvSpPr>
        <p:spPr>
          <a:xfrm>
            <a:off x="10149167" y="4966447"/>
            <a:ext cx="1526241" cy="8001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43A3A6-FA68-EE42-BA78-1D34E820278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182906" y="2437279"/>
            <a:ext cx="53900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BE4FD7-FC63-20D4-74F8-C7F450220136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485029" y="2837329"/>
            <a:ext cx="1" cy="72614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317BA8-CB35-AFBF-FE7B-3429A8E0466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248150" y="3963521"/>
            <a:ext cx="367553" cy="1008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883B6A-24EC-649E-6AF8-F3989A6F6BE3}"/>
              </a:ext>
            </a:extLst>
          </p:cNvPr>
          <p:cNvCxnSpPr>
            <a:cxnSpLocks/>
          </p:cNvCxnSpPr>
          <p:nvPr/>
        </p:nvCxnSpPr>
        <p:spPr>
          <a:xfrm>
            <a:off x="6141944" y="3953436"/>
            <a:ext cx="367553" cy="1008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583D9C-2A2A-16C5-ADC3-37B90A9C6595}"/>
              </a:ext>
            </a:extLst>
          </p:cNvPr>
          <p:cNvCxnSpPr>
            <a:cxnSpLocks/>
          </p:cNvCxnSpPr>
          <p:nvPr/>
        </p:nvCxnSpPr>
        <p:spPr>
          <a:xfrm>
            <a:off x="8035738" y="3973606"/>
            <a:ext cx="367553" cy="1008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E7A1225-D250-AD32-6520-AB95BA572B8D}"/>
              </a:ext>
            </a:extLst>
          </p:cNvPr>
          <p:cNvCxnSpPr>
            <a:stCxn id="9" idx="3"/>
            <a:endCxn id="10" idx="0"/>
          </p:cNvCxnSpPr>
          <p:nvPr/>
        </p:nvCxnSpPr>
        <p:spPr>
          <a:xfrm>
            <a:off x="9929532" y="3963521"/>
            <a:ext cx="982756" cy="1002926"/>
          </a:xfrm>
          <a:prstGeom prst="bentConnector2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0E01D62-000D-CFCC-C02A-EA91666F758C}"/>
              </a:ext>
            </a:extLst>
          </p:cNvPr>
          <p:cNvCxnSpPr>
            <a:cxnSpLocks/>
            <a:stCxn id="10" idx="1"/>
            <a:endCxn id="4" idx="2"/>
          </p:cNvCxnSpPr>
          <p:nvPr/>
        </p:nvCxnSpPr>
        <p:spPr>
          <a:xfrm rot="10800000">
            <a:off x="1419787" y="2837329"/>
            <a:ext cx="8729381" cy="2529168"/>
          </a:xfrm>
          <a:prstGeom prst="bentConnector2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29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967C-EEE1-47EF-E819-0659E3BC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in Action 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716509-2FD3-9FCA-321F-E93B51920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13800" dirty="0"/>
              <a:t>&lt;demo&gt;</a:t>
            </a:r>
          </a:p>
        </p:txBody>
      </p:sp>
    </p:spTree>
    <p:extLst>
      <p:ext uri="{BB962C8B-B14F-4D97-AF65-F5344CB8AC3E}">
        <p14:creationId xmlns:p14="http://schemas.microsoft.com/office/powerpoint/2010/main" val="291868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127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PowerShell Logging at Scale</vt:lpstr>
      <vt:lpstr>about_speaker</vt:lpstr>
      <vt:lpstr>Logging and how it all starts …</vt:lpstr>
      <vt:lpstr>Architecture</vt:lpstr>
      <vt:lpstr>What the logging runspace does …</vt:lpstr>
      <vt:lpstr>Back in Action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Friedrich Weinmann (CSA, POWERSHELL)</dc:creator>
  <cp:lastModifiedBy>Friedrich Weinmann (CSA, POWERSHELL)</cp:lastModifiedBy>
  <cp:revision>2</cp:revision>
  <dcterms:created xsi:type="dcterms:W3CDTF">2025-11-28T14:05:30Z</dcterms:created>
  <dcterms:modified xsi:type="dcterms:W3CDTF">2026-05-30T10:07:26Z</dcterms:modified>
</cp:coreProperties>
</file>