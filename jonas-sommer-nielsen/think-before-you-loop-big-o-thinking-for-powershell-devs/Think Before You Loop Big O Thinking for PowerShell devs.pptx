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sldIdLst>
    <p:sldId id="274" r:id="rId5"/>
    <p:sldId id="305" r:id="rId6"/>
    <p:sldId id="267" r:id="rId7"/>
    <p:sldId id="301" r:id="rId8"/>
    <p:sldId id="279" r:id="rId9"/>
    <p:sldId id="302" r:id="rId10"/>
    <p:sldId id="294" r:id="rId11"/>
    <p:sldId id="291" r:id="rId12"/>
    <p:sldId id="296" r:id="rId13"/>
    <p:sldId id="300" r:id="rId14"/>
    <p:sldId id="304" r:id="rId15"/>
    <p:sldId id="26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/>
        </p14:section>
        <p14:section name="The session" id="{9BCE8471-468A-4538-82B3-E4E62B0A593E}">
          <p14:sldIdLst>
            <p14:sldId id="274"/>
            <p14:sldId id="305"/>
            <p14:sldId id="267"/>
            <p14:sldId id="301"/>
            <p14:sldId id="279"/>
            <p14:sldId id="302"/>
            <p14:sldId id="294"/>
            <p14:sldId id="291"/>
            <p14:sldId id="296"/>
            <p14:sldId id="300"/>
            <p14:sldId id="304"/>
            <p14:sldId id="265"/>
            <p14:sldId id="276"/>
          </p14:sldIdLst>
        </p14:section>
        <p14:section name="Default Section" id="{FF2969EB-1B64-450B-960E-CE1A84D7E05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025" autoAdjust="0"/>
  </p:normalViewPr>
  <p:slideViewPr>
    <p:cSldViewPr snapToGrid="0">
      <p:cViewPr varScale="1">
        <p:scale>
          <a:sx n="85" d="100"/>
          <a:sy n="85" d="100"/>
        </p:scale>
        <p:origin x="15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76D20-09A9-47E6-875E-28D456684C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7C16C83-DECD-49BB-861A-C4DC797F20D4}">
      <dgm:prSet/>
      <dgm:spPr/>
      <dgm:t>
        <a:bodyPr/>
        <a:lstStyle/>
        <a:p>
          <a:r>
            <a:rPr lang="en-US" b="1" i="1"/>
            <a:t>Thinking</a:t>
          </a:r>
          <a:r>
            <a:rPr lang="en-US" i="1"/>
            <a:t> is free. </a:t>
          </a:r>
          <a:endParaRPr lang="en-US"/>
        </a:p>
      </dgm:t>
    </dgm:pt>
    <dgm:pt modelId="{02DA1D13-CA80-41FA-823A-723AA2FA6366}" type="parTrans" cxnId="{5F87BCF6-F5D6-4362-9B8F-2043854AD25D}">
      <dgm:prSet/>
      <dgm:spPr/>
      <dgm:t>
        <a:bodyPr/>
        <a:lstStyle/>
        <a:p>
          <a:endParaRPr lang="en-US"/>
        </a:p>
      </dgm:t>
    </dgm:pt>
    <dgm:pt modelId="{AA006068-EA6E-4779-B742-E4749CBD9E9E}" type="sibTrans" cxnId="{5F87BCF6-F5D6-4362-9B8F-2043854AD25D}">
      <dgm:prSet/>
      <dgm:spPr/>
      <dgm:t>
        <a:bodyPr/>
        <a:lstStyle/>
        <a:p>
          <a:endParaRPr lang="en-US"/>
        </a:p>
      </dgm:t>
    </dgm:pt>
    <dgm:pt modelId="{AEADBB3F-5413-466D-8C55-744E4C5D8358}">
      <dgm:prSet/>
      <dgm:spPr/>
      <dgm:t>
        <a:bodyPr/>
        <a:lstStyle/>
        <a:p>
          <a:r>
            <a:rPr lang="en-US" b="1" i="1"/>
            <a:t>Measuring</a:t>
          </a:r>
          <a:r>
            <a:rPr lang="en-US" i="1"/>
            <a:t> is cheap. </a:t>
          </a:r>
          <a:endParaRPr lang="en-US"/>
        </a:p>
      </dgm:t>
    </dgm:pt>
    <dgm:pt modelId="{9E916D4E-5A4F-4FDF-B929-10C57415A495}" type="parTrans" cxnId="{E4403517-F01A-4E57-9EFB-144C81506A86}">
      <dgm:prSet/>
      <dgm:spPr/>
      <dgm:t>
        <a:bodyPr/>
        <a:lstStyle/>
        <a:p>
          <a:endParaRPr lang="en-US"/>
        </a:p>
      </dgm:t>
    </dgm:pt>
    <dgm:pt modelId="{3D9573C4-7659-4006-A9CD-8A8D3BCE3C9A}" type="sibTrans" cxnId="{E4403517-F01A-4E57-9EFB-144C81506A86}">
      <dgm:prSet/>
      <dgm:spPr/>
      <dgm:t>
        <a:bodyPr/>
        <a:lstStyle/>
        <a:p>
          <a:endParaRPr lang="en-US"/>
        </a:p>
      </dgm:t>
    </dgm:pt>
    <dgm:pt modelId="{E2C7A507-E116-478F-B8F8-F1A596AE801E}">
      <dgm:prSet/>
      <dgm:spPr/>
      <dgm:t>
        <a:bodyPr/>
        <a:lstStyle/>
        <a:p>
          <a:r>
            <a:rPr lang="en-US" b="1" i="1"/>
            <a:t>Profiling</a:t>
          </a:r>
          <a:r>
            <a:rPr lang="en-US" i="1"/>
            <a:t> is for when your already in trouble.</a:t>
          </a:r>
          <a:endParaRPr lang="en-US"/>
        </a:p>
      </dgm:t>
    </dgm:pt>
    <dgm:pt modelId="{C7A6E729-E60B-4BC5-BF5D-F6892424BA1E}" type="parTrans" cxnId="{181666B3-4977-4A49-B596-B34A192C88E7}">
      <dgm:prSet/>
      <dgm:spPr/>
      <dgm:t>
        <a:bodyPr/>
        <a:lstStyle/>
        <a:p>
          <a:endParaRPr lang="en-US"/>
        </a:p>
      </dgm:t>
    </dgm:pt>
    <dgm:pt modelId="{613A49A8-E7BD-4D6C-BAC5-9D5892946185}" type="sibTrans" cxnId="{181666B3-4977-4A49-B596-B34A192C88E7}">
      <dgm:prSet/>
      <dgm:spPr/>
      <dgm:t>
        <a:bodyPr/>
        <a:lstStyle/>
        <a:p>
          <a:endParaRPr lang="en-US"/>
        </a:p>
      </dgm:t>
    </dgm:pt>
    <dgm:pt modelId="{4EE60824-401B-4F03-9FF8-302E5419B750}" type="pres">
      <dgm:prSet presAssocID="{E1776D20-09A9-47E6-875E-28D456684C3D}" presName="root" presStyleCnt="0">
        <dgm:presLayoutVars>
          <dgm:dir/>
          <dgm:resizeHandles val="exact"/>
        </dgm:presLayoutVars>
      </dgm:prSet>
      <dgm:spPr/>
    </dgm:pt>
    <dgm:pt modelId="{0A1EAA34-7FF2-4DBD-B4FE-5984EC498A72}" type="pres">
      <dgm:prSet presAssocID="{37C16C83-DECD-49BB-861A-C4DC797F20D4}" presName="compNode" presStyleCnt="0"/>
      <dgm:spPr/>
    </dgm:pt>
    <dgm:pt modelId="{C8F3056C-D67D-44F8-A438-1DB3D61C0F07}" type="pres">
      <dgm:prSet presAssocID="{37C16C83-DECD-49BB-861A-C4DC797F20D4}" presName="bgRect" presStyleLbl="bgShp" presStyleIdx="0" presStyleCnt="3"/>
      <dgm:spPr/>
    </dgm:pt>
    <dgm:pt modelId="{E0724B30-5066-4F65-8C5A-FD5E82D6C9FB}" type="pres">
      <dgm:prSet presAssocID="{37C16C83-DECD-49BB-861A-C4DC797F20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E89FECD-B5AD-46B3-9D97-BF0E1380DFEF}" type="pres">
      <dgm:prSet presAssocID="{37C16C83-DECD-49BB-861A-C4DC797F20D4}" presName="spaceRect" presStyleCnt="0"/>
      <dgm:spPr/>
    </dgm:pt>
    <dgm:pt modelId="{D0E4723E-48D3-4DBD-BA5F-00B8E5C6EEF6}" type="pres">
      <dgm:prSet presAssocID="{37C16C83-DECD-49BB-861A-C4DC797F20D4}" presName="parTx" presStyleLbl="revTx" presStyleIdx="0" presStyleCnt="3">
        <dgm:presLayoutVars>
          <dgm:chMax val="0"/>
          <dgm:chPref val="0"/>
        </dgm:presLayoutVars>
      </dgm:prSet>
      <dgm:spPr/>
    </dgm:pt>
    <dgm:pt modelId="{ECF57160-21B2-43FF-8DB5-A2F9FD576A2E}" type="pres">
      <dgm:prSet presAssocID="{AA006068-EA6E-4779-B742-E4749CBD9E9E}" presName="sibTrans" presStyleCnt="0"/>
      <dgm:spPr/>
    </dgm:pt>
    <dgm:pt modelId="{9D1286B3-F430-4D92-B967-98DD950F8C8A}" type="pres">
      <dgm:prSet presAssocID="{AEADBB3F-5413-466D-8C55-744E4C5D8358}" presName="compNode" presStyleCnt="0"/>
      <dgm:spPr/>
    </dgm:pt>
    <dgm:pt modelId="{6F49F0A3-2B27-4568-BDB9-D12E106B2234}" type="pres">
      <dgm:prSet presAssocID="{AEADBB3F-5413-466D-8C55-744E4C5D8358}" presName="bgRect" presStyleLbl="bgShp" presStyleIdx="1" presStyleCnt="3"/>
      <dgm:spPr/>
    </dgm:pt>
    <dgm:pt modelId="{A8B20AD0-3398-4AF8-9169-859DEF851A42}" type="pres">
      <dgm:prSet presAssocID="{AEADBB3F-5413-466D-8C55-744E4C5D835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D8BB547-5223-4A37-89A4-EE271A59D647}" type="pres">
      <dgm:prSet presAssocID="{AEADBB3F-5413-466D-8C55-744E4C5D8358}" presName="spaceRect" presStyleCnt="0"/>
      <dgm:spPr/>
    </dgm:pt>
    <dgm:pt modelId="{A643B864-9040-4CC3-B870-27B961071305}" type="pres">
      <dgm:prSet presAssocID="{AEADBB3F-5413-466D-8C55-744E4C5D8358}" presName="parTx" presStyleLbl="revTx" presStyleIdx="1" presStyleCnt="3">
        <dgm:presLayoutVars>
          <dgm:chMax val="0"/>
          <dgm:chPref val="0"/>
        </dgm:presLayoutVars>
      </dgm:prSet>
      <dgm:spPr/>
    </dgm:pt>
    <dgm:pt modelId="{B481B48C-3D6B-49F8-B50D-47F833E5B715}" type="pres">
      <dgm:prSet presAssocID="{3D9573C4-7659-4006-A9CD-8A8D3BCE3C9A}" presName="sibTrans" presStyleCnt="0"/>
      <dgm:spPr/>
    </dgm:pt>
    <dgm:pt modelId="{7A701253-2EC5-41CA-ADB3-FBFDFB6A7DFD}" type="pres">
      <dgm:prSet presAssocID="{E2C7A507-E116-478F-B8F8-F1A596AE801E}" presName="compNode" presStyleCnt="0"/>
      <dgm:spPr/>
    </dgm:pt>
    <dgm:pt modelId="{7EED2EFB-837F-4B31-8502-6764D0C5550C}" type="pres">
      <dgm:prSet presAssocID="{E2C7A507-E116-478F-B8F8-F1A596AE801E}" presName="bgRect" presStyleLbl="bgShp" presStyleIdx="2" presStyleCnt="3"/>
      <dgm:spPr/>
    </dgm:pt>
    <dgm:pt modelId="{FDEA2CD3-4AD2-4E23-8D99-33F9C284003D}" type="pres">
      <dgm:prSet presAssocID="{E2C7A507-E116-478F-B8F8-F1A596AE801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36CCEB9-FB50-4298-8E8F-533E63EAC90E}" type="pres">
      <dgm:prSet presAssocID="{E2C7A507-E116-478F-B8F8-F1A596AE801E}" presName="spaceRect" presStyleCnt="0"/>
      <dgm:spPr/>
    </dgm:pt>
    <dgm:pt modelId="{9C6731B2-705B-4E7E-A11E-2F421C8E2521}" type="pres">
      <dgm:prSet presAssocID="{E2C7A507-E116-478F-B8F8-F1A596AE80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403517-F01A-4E57-9EFB-144C81506A86}" srcId="{E1776D20-09A9-47E6-875E-28D456684C3D}" destId="{AEADBB3F-5413-466D-8C55-744E4C5D8358}" srcOrd="1" destOrd="0" parTransId="{9E916D4E-5A4F-4FDF-B929-10C57415A495}" sibTransId="{3D9573C4-7659-4006-A9CD-8A8D3BCE3C9A}"/>
    <dgm:cxn modelId="{AF864938-EF78-4850-BA83-1EA376537532}" type="presOf" srcId="{E1776D20-09A9-47E6-875E-28D456684C3D}" destId="{4EE60824-401B-4F03-9FF8-302E5419B750}" srcOrd="0" destOrd="0" presId="urn:microsoft.com/office/officeart/2018/2/layout/IconVerticalSolidList"/>
    <dgm:cxn modelId="{181666B3-4977-4A49-B596-B34A192C88E7}" srcId="{E1776D20-09A9-47E6-875E-28D456684C3D}" destId="{E2C7A507-E116-478F-B8F8-F1A596AE801E}" srcOrd="2" destOrd="0" parTransId="{C7A6E729-E60B-4BC5-BF5D-F6892424BA1E}" sibTransId="{613A49A8-E7BD-4D6C-BAC5-9D5892946185}"/>
    <dgm:cxn modelId="{EFE7FBD6-3420-494D-BC0D-B0E2C58F27B4}" type="presOf" srcId="{37C16C83-DECD-49BB-861A-C4DC797F20D4}" destId="{D0E4723E-48D3-4DBD-BA5F-00B8E5C6EEF6}" srcOrd="0" destOrd="0" presId="urn:microsoft.com/office/officeart/2018/2/layout/IconVerticalSolidList"/>
    <dgm:cxn modelId="{9EA52BE5-4EA7-4874-A7DD-FD9D6FC7EF9A}" type="presOf" srcId="{E2C7A507-E116-478F-B8F8-F1A596AE801E}" destId="{9C6731B2-705B-4E7E-A11E-2F421C8E2521}" srcOrd="0" destOrd="0" presId="urn:microsoft.com/office/officeart/2018/2/layout/IconVerticalSolidList"/>
    <dgm:cxn modelId="{38FD81F5-BD6C-412F-BEE0-B45CA94D148D}" type="presOf" srcId="{AEADBB3F-5413-466D-8C55-744E4C5D8358}" destId="{A643B864-9040-4CC3-B870-27B961071305}" srcOrd="0" destOrd="0" presId="urn:microsoft.com/office/officeart/2018/2/layout/IconVerticalSolidList"/>
    <dgm:cxn modelId="{5F87BCF6-F5D6-4362-9B8F-2043854AD25D}" srcId="{E1776D20-09A9-47E6-875E-28D456684C3D}" destId="{37C16C83-DECD-49BB-861A-C4DC797F20D4}" srcOrd="0" destOrd="0" parTransId="{02DA1D13-CA80-41FA-823A-723AA2FA6366}" sibTransId="{AA006068-EA6E-4779-B742-E4749CBD9E9E}"/>
    <dgm:cxn modelId="{596F5CCD-F5B4-4869-9623-F7D9238A2A12}" type="presParOf" srcId="{4EE60824-401B-4F03-9FF8-302E5419B750}" destId="{0A1EAA34-7FF2-4DBD-B4FE-5984EC498A72}" srcOrd="0" destOrd="0" presId="urn:microsoft.com/office/officeart/2018/2/layout/IconVerticalSolidList"/>
    <dgm:cxn modelId="{EF456732-4A18-4E5B-BB59-9969160D9250}" type="presParOf" srcId="{0A1EAA34-7FF2-4DBD-B4FE-5984EC498A72}" destId="{C8F3056C-D67D-44F8-A438-1DB3D61C0F07}" srcOrd="0" destOrd="0" presId="urn:microsoft.com/office/officeart/2018/2/layout/IconVerticalSolidList"/>
    <dgm:cxn modelId="{9C072FF6-9F17-40F6-8888-F5325B8630E8}" type="presParOf" srcId="{0A1EAA34-7FF2-4DBD-B4FE-5984EC498A72}" destId="{E0724B30-5066-4F65-8C5A-FD5E82D6C9FB}" srcOrd="1" destOrd="0" presId="urn:microsoft.com/office/officeart/2018/2/layout/IconVerticalSolidList"/>
    <dgm:cxn modelId="{01137677-EF2A-4BFA-B45A-D13FF6BE10D7}" type="presParOf" srcId="{0A1EAA34-7FF2-4DBD-B4FE-5984EC498A72}" destId="{8E89FECD-B5AD-46B3-9D97-BF0E1380DFEF}" srcOrd="2" destOrd="0" presId="urn:microsoft.com/office/officeart/2018/2/layout/IconVerticalSolidList"/>
    <dgm:cxn modelId="{88917DB9-161D-4D47-9C6A-21BC23AFE41F}" type="presParOf" srcId="{0A1EAA34-7FF2-4DBD-B4FE-5984EC498A72}" destId="{D0E4723E-48D3-4DBD-BA5F-00B8E5C6EEF6}" srcOrd="3" destOrd="0" presId="urn:microsoft.com/office/officeart/2018/2/layout/IconVerticalSolidList"/>
    <dgm:cxn modelId="{3A55F2D9-9E61-4B05-A3FF-F2605DF503A8}" type="presParOf" srcId="{4EE60824-401B-4F03-9FF8-302E5419B750}" destId="{ECF57160-21B2-43FF-8DB5-A2F9FD576A2E}" srcOrd="1" destOrd="0" presId="urn:microsoft.com/office/officeart/2018/2/layout/IconVerticalSolidList"/>
    <dgm:cxn modelId="{DA7D36F7-642D-4B43-8B1A-D9F214867B16}" type="presParOf" srcId="{4EE60824-401B-4F03-9FF8-302E5419B750}" destId="{9D1286B3-F430-4D92-B967-98DD950F8C8A}" srcOrd="2" destOrd="0" presId="urn:microsoft.com/office/officeart/2018/2/layout/IconVerticalSolidList"/>
    <dgm:cxn modelId="{6CFBD0CB-DD77-4E22-9A99-0125ED3AD516}" type="presParOf" srcId="{9D1286B3-F430-4D92-B967-98DD950F8C8A}" destId="{6F49F0A3-2B27-4568-BDB9-D12E106B2234}" srcOrd="0" destOrd="0" presId="urn:microsoft.com/office/officeart/2018/2/layout/IconVerticalSolidList"/>
    <dgm:cxn modelId="{EB577984-335B-4BDF-BB1C-48FA415F5962}" type="presParOf" srcId="{9D1286B3-F430-4D92-B967-98DD950F8C8A}" destId="{A8B20AD0-3398-4AF8-9169-859DEF851A42}" srcOrd="1" destOrd="0" presId="urn:microsoft.com/office/officeart/2018/2/layout/IconVerticalSolidList"/>
    <dgm:cxn modelId="{8BB2A681-E4C9-4546-9A5E-020511B928C6}" type="presParOf" srcId="{9D1286B3-F430-4D92-B967-98DD950F8C8A}" destId="{0D8BB547-5223-4A37-89A4-EE271A59D647}" srcOrd="2" destOrd="0" presId="urn:microsoft.com/office/officeart/2018/2/layout/IconVerticalSolidList"/>
    <dgm:cxn modelId="{7142193F-B68F-4D63-9DF6-4F74BD82F55C}" type="presParOf" srcId="{9D1286B3-F430-4D92-B967-98DD950F8C8A}" destId="{A643B864-9040-4CC3-B870-27B961071305}" srcOrd="3" destOrd="0" presId="urn:microsoft.com/office/officeart/2018/2/layout/IconVerticalSolidList"/>
    <dgm:cxn modelId="{3E0B430B-BF2A-4B24-804A-75F1BB12CA24}" type="presParOf" srcId="{4EE60824-401B-4F03-9FF8-302E5419B750}" destId="{B481B48C-3D6B-49F8-B50D-47F833E5B715}" srcOrd="3" destOrd="0" presId="urn:microsoft.com/office/officeart/2018/2/layout/IconVerticalSolidList"/>
    <dgm:cxn modelId="{D3ACA772-9CD0-40CA-AF45-A2E726F7DF29}" type="presParOf" srcId="{4EE60824-401B-4F03-9FF8-302E5419B750}" destId="{7A701253-2EC5-41CA-ADB3-FBFDFB6A7DFD}" srcOrd="4" destOrd="0" presId="urn:microsoft.com/office/officeart/2018/2/layout/IconVerticalSolidList"/>
    <dgm:cxn modelId="{95AA1B25-28AB-477B-8B18-B2E91C433A2C}" type="presParOf" srcId="{7A701253-2EC5-41CA-ADB3-FBFDFB6A7DFD}" destId="{7EED2EFB-837F-4B31-8502-6764D0C5550C}" srcOrd="0" destOrd="0" presId="urn:microsoft.com/office/officeart/2018/2/layout/IconVerticalSolidList"/>
    <dgm:cxn modelId="{8A9E3A09-9D8C-49F8-ABD0-A1131BAA914C}" type="presParOf" srcId="{7A701253-2EC5-41CA-ADB3-FBFDFB6A7DFD}" destId="{FDEA2CD3-4AD2-4E23-8D99-33F9C284003D}" srcOrd="1" destOrd="0" presId="urn:microsoft.com/office/officeart/2018/2/layout/IconVerticalSolidList"/>
    <dgm:cxn modelId="{031C9624-C636-48C0-9B98-D9BFC3C6A8BE}" type="presParOf" srcId="{7A701253-2EC5-41CA-ADB3-FBFDFB6A7DFD}" destId="{436CCEB9-FB50-4298-8E8F-533E63EAC90E}" srcOrd="2" destOrd="0" presId="urn:microsoft.com/office/officeart/2018/2/layout/IconVerticalSolidList"/>
    <dgm:cxn modelId="{A3E821A2-AAA9-465D-B441-C8EF931A3C42}" type="presParOf" srcId="{7A701253-2EC5-41CA-ADB3-FBFDFB6A7DFD}" destId="{9C6731B2-705B-4E7E-A11E-2F421C8E2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4F7E87-43CC-4894-9AD3-0776B4BC2F55}" type="doc">
      <dgm:prSet loTypeId="urn:microsoft.com/office/officeart/2005/8/layout/orgChart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98D6FD8-8B2E-456B-A8A8-7DAFADE8894B}">
      <dgm:prSet/>
      <dgm:spPr/>
      <dgm:t>
        <a:bodyPr/>
        <a:lstStyle/>
        <a:p>
          <a:r>
            <a:rPr lang="en-US"/>
            <a:t>Big </a:t>
          </a:r>
          <a:r>
            <a:rPr lang="en-US" b="1"/>
            <a:t>O </a:t>
          </a:r>
          <a:br>
            <a:rPr lang="en-US" b="1"/>
          </a:br>
          <a:br>
            <a:rPr lang="en-US" b="1"/>
          </a:br>
          <a:r>
            <a:rPr lang="en-US" b="1"/>
            <a:t>O(n)</a:t>
          </a:r>
          <a:r>
            <a:rPr lang="en-US"/>
            <a:t> </a:t>
          </a:r>
        </a:p>
      </dgm:t>
    </dgm:pt>
    <dgm:pt modelId="{28AD3BAA-4DF3-40B1-AAEE-69C6B34C64A7}" type="parTrans" cxnId="{05F7EA0F-F6D0-4C86-8375-38607C37AEED}">
      <dgm:prSet/>
      <dgm:spPr/>
      <dgm:t>
        <a:bodyPr/>
        <a:lstStyle/>
        <a:p>
          <a:endParaRPr lang="en-US"/>
        </a:p>
      </dgm:t>
    </dgm:pt>
    <dgm:pt modelId="{94CDB6F3-C450-4066-B5D1-ADC930963349}" type="sibTrans" cxnId="{05F7EA0F-F6D0-4C86-8375-38607C37AEED}">
      <dgm:prSet/>
      <dgm:spPr/>
      <dgm:t>
        <a:bodyPr/>
        <a:lstStyle/>
        <a:p>
          <a:endParaRPr lang="en-US"/>
        </a:p>
      </dgm:t>
    </dgm:pt>
    <dgm:pt modelId="{BA30EAC9-E698-4C74-A615-BC6655AA0A12}">
      <dgm:prSet/>
      <dgm:spPr/>
      <dgm:t>
        <a:bodyPr/>
        <a:lstStyle/>
        <a:p>
          <a:r>
            <a:rPr lang="en-US" i="1"/>
            <a:t>worst case</a:t>
          </a:r>
          <a:br>
            <a:rPr lang="en-US" b="1"/>
          </a:br>
          <a:r>
            <a:rPr lang="en-US" b="1"/>
            <a:t>Time</a:t>
          </a:r>
          <a:r>
            <a:rPr lang="en-US"/>
            <a:t> or </a:t>
          </a:r>
          <a:r>
            <a:rPr lang="en-US" b="1"/>
            <a:t>Space</a:t>
          </a:r>
          <a:r>
            <a:rPr lang="en-US"/>
            <a:t> complexity</a:t>
          </a:r>
        </a:p>
      </dgm:t>
    </dgm:pt>
    <dgm:pt modelId="{69083E04-A022-4928-B9DD-5E5E9AA66647}" type="parTrans" cxnId="{DDCB0C69-CB49-4883-9991-250DCAEAD132}">
      <dgm:prSet/>
      <dgm:spPr/>
      <dgm:t>
        <a:bodyPr/>
        <a:lstStyle/>
        <a:p>
          <a:endParaRPr lang="en-US"/>
        </a:p>
      </dgm:t>
    </dgm:pt>
    <dgm:pt modelId="{3566A9BF-8627-47FB-8650-1F13B3AF6B59}" type="sibTrans" cxnId="{DDCB0C69-CB49-4883-9991-250DCAEAD132}">
      <dgm:prSet/>
      <dgm:spPr/>
      <dgm:t>
        <a:bodyPr/>
        <a:lstStyle/>
        <a:p>
          <a:endParaRPr lang="en-US"/>
        </a:p>
      </dgm:t>
    </dgm:pt>
    <dgm:pt modelId="{58724022-1FD2-4D3C-868A-7BDDAFB91953}" type="pres">
      <dgm:prSet presAssocID="{854F7E87-43CC-4894-9AD3-0776B4BC2F5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AC350F3-FC73-4B85-AE91-E9893AD2ED62}" type="pres">
      <dgm:prSet presAssocID="{498D6FD8-8B2E-456B-A8A8-7DAFADE8894B}" presName="hierRoot1" presStyleCnt="0">
        <dgm:presLayoutVars>
          <dgm:hierBranch val="init"/>
        </dgm:presLayoutVars>
      </dgm:prSet>
      <dgm:spPr/>
    </dgm:pt>
    <dgm:pt modelId="{A8434E97-053E-4EB0-925C-CD0BF10B320F}" type="pres">
      <dgm:prSet presAssocID="{498D6FD8-8B2E-456B-A8A8-7DAFADE8894B}" presName="rootComposite1" presStyleCnt="0"/>
      <dgm:spPr/>
    </dgm:pt>
    <dgm:pt modelId="{CD8525E5-B3A9-4BD8-826D-D04D893AC4DB}" type="pres">
      <dgm:prSet presAssocID="{498D6FD8-8B2E-456B-A8A8-7DAFADE8894B}" presName="rootText1" presStyleLbl="node0" presStyleIdx="0" presStyleCnt="1">
        <dgm:presLayoutVars>
          <dgm:chPref val="3"/>
        </dgm:presLayoutVars>
      </dgm:prSet>
      <dgm:spPr/>
    </dgm:pt>
    <dgm:pt modelId="{6466C681-70E2-4075-A200-B5565238D8BB}" type="pres">
      <dgm:prSet presAssocID="{498D6FD8-8B2E-456B-A8A8-7DAFADE8894B}" presName="rootConnector1" presStyleLbl="node1" presStyleIdx="0" presStyleCnt="0"/>
      <dgm:spPr/>
    </dgm:pt>
    <dgm:pt modelId="{C765D381-57DC-40CF-8321-DA9C8E8316D7}" type="pres">
      <dgm:prSet presAssocID="{498D6FD8-8B2E-456B-A8A8-7DAFADE8894B}" presName="hierChild2" presStyleCnt="0"/>
      <dgm:spPr/>
    </dgm:pt>
    <dgm:pt modelId="{8413DCCD-5015-474D-88AC-81741DB0BAEF}" type="pres">
      <dgm:prSet presAssocID="{69083E04-A022-4928-B9DD-5E5E9AA66647}" presName="Name37" presStyleLbl="parChTrans1D2" presStyleIdx="0" presStyleCnt="1"/>
      <dgm:spPr/>
    </dgm:pt>
    <dgm:pt modelId="{87057557-0E45-4037-BB87-1FD5D827EEAB}" type="pres">
      <dgm:prSet presAssocID="{BA30EAC9-E698-4C74-A615-BC6655AA0A12}" presName="hierRoot2" presStyleCnt="0">
        <dgm:presLayoutVars>
          <dgm:hierBranch val="init"/>
        </dgm:presLayoutVars>
      </dgm:prSet>
      <dgm:spPr/>
    </dgm:pt>
    <dgm:pt modelId="{16050C1D-1166-4006-A5E2-8E151D1AA391}" type="pres">
      <dgm:prSet presAssocID="{BA30EAC9-E698-4C74-A615-BC6655AA0A12}" presName="rootComposite" presStyleCnt="0"/>
      <dgm:spPr/>
    </dgm:pt>
    <dgm:pt modelId="{616D43D6-8201-419B-9879-5326C1C64D0E}" type="pres">
      <dgm:prSet presAssocID="{BA30EAC9-E698-4C74-A615-BC6655AA0A12}" presName="rootText" presStyleLbl="node2" presStyleIdx="0" presStyleCnt="1">
        <dgm:presLayoutVars>
          <dgm:chPref val="3"/>
        </dgm:presLayoutVars>
      </dgm:prSet>
      <dgm:spPr/>
    </dgm:pt>
    <dgm:pt modelId="{E29BB328-9CAE-4AAD-914F-83184A7E3C96}" type="pres">
      <dgm:prSet presAssocID="{BA30EAC9-E698-4C74-A615-BC6655AA0A12}" presName="rootConnector" presStyleLbl="node2" presStyleIdx="0" presStyleCnt="1"/>
      <dgm:spPr/>
    </dgm:pt>
    <dgm:pt modelId="{31E0D87D-0DFA-4A8F-9D75-8EA4530C015C}" type="pres">
      <dgm:prSet presAssocID="{BA30EAC9-E698-4C74-A615-BC6655AA0A12}" presName="hierChild4" presStyleCnt="0"/>
      <dgm:spPr/>
    </dgm:pt>
    <dgm:pt modelId="{31F15C70-DA94-48C2-89CE-42BDA13794DB}" type="pres">
      <dgm:prSet presAssocID="{BA30EAC9-E698-4C74-A615-BC6655AA0A12}" presName="hierChild5" presStyleCnt="0"/>
      <dgm:spPr/>
    </dgm:pt>
    <dgm:pt modelId="{7BC8185A-1D5C-4334-B8F0-1EBFBB2BE06A}" type="pres">
      <dgm:prSet presAssocID="{498D6FD8-8B2E-456B-A8A8-7DAFADE8894B}" presName="hierChild3" presStyleCnt="0"/>
      <dgm:spPr/>
    </dgm:pt>
  </dgm:ptLst>
  <dgm:cxnLst>
    <dgm:cxn modelId="{59DF320D-08B5-4F68-9338-EE964641E606}" type="presOf" srcId="{69083E04-A022-4928-B9DD-5E5E9AA66647}" destId="{8413DCCD-5015-474D-88AC-81741DB0BAEF}" srcOrd="0" destOrd="0" presId="urn:microsoft.com/office/officeart/2005/8/layout/orgChart1"/>
    <dgm:cxn modelId="{05F7EA0F-F6D0-4C86-8375-38607C37AEED}" srcId="{854F7E87-43CC-4894-9AD3-0776B4BC2F55}" destId="{498D6FD8-8B2E-456B-A8A8-7DAFADE8894B}" srcOrd="0" destOrd="0" parTransId="{28AD3BAA-4DF3-40B1-AAEE-69C6B34C64A7}" sibTransId="{94CDB6F3-C450-4066-B5D1-ADC930963349}"/>
    <dgm:cxn modelId="{FC5A912D-E91F-43C5-964F-1BA05C4C454E}" type="presOf" srcId="{498D6FD8-8B2E-456B-A8A8-7DAFADE8894B}" destId="{CD8525E5-B3A9-4BD8-826D-D04D893AC4DB}" srcOrd="0" destOrd="0" presId="urn:microsoft.com/office/officeart/2005/8/layout/orgChart1"/>
    <dgm:cxn modelId="{4386A542-F921-459C-B6CF-6D0BCB7406D0}" type="presOf" srcId="{854F7E87-43CC-4894-9AD3-0776B4BC2F55}" destId="{58724022-1FD2-4D3C-868A-7BDDAFB91953}" srcOrd="0" destOrd="0" presId="urn:microsoft.com/office/officeart/2005/8/layout/orgChart1"/>
    <dgm:cxn modelId="{DDCB0C69-CB49-4883-9991-250DCAEAD132}" srcId="{498D6FD8-8B2E-456B-A8A8-7DAFADE8894B}" destId="{BA30EAC9-E698-4C74-A615-BC6655AA0A12}" srcOrd="0" destOrd="0" parTransId="{69083E04-A022-4928-B9DD-5E5E9AA66647}" sibTransId="{3566A9BF-8627-47FB-8650-1F13B3AF6B59}"/>
    <dgm:cxn modelId="{26D80B9E-0A35-4AA6-979D-8B50CB519C06}" type="presOf" srcId="{BA30EAC9-E698-4C74-A615-BC6655AA0A12}" destId="{616D43D6-8201-419B-9879-5326C1C64D0E}" srcOrd="0" destOrd="0" presId="urn:microsoft.com/office/officeart/2005/8/layout/orgChart1"/>
    <dgm:cxn modelId="{17A7F4EA-E334-4C53-9F44-EE76D41C220A}" type="presOf" srcId="{BA30EAC9-E698-4C74-A615-BC6655AA0A12}" destId="{E29BB328-9CAE-4AAD-914F-83184A7E3C96}" srcOrd="1" destOrd="0" presId="urn:microsoft.com/office/officeart/2005/8/layout/orgChart1"/>
    <dgm:cxn modelId="{F50C27FF-79CE-4997-BD30-89CA340D97B1}" type="presOf" srcId="{498D6FD8-8B2E-456B-A8A8-7DAFADE8894B}" destId="{6466C681-70E2-4075-A200-B5565238D8BB}" srcOrd="1" destOrd="0" presId="urn:microsoft.com/office/officeart/2005/8/layout/orgChart1"/>
    <dgm:cxn modelId="{9EBBD167-B80A-4D19-9825-0AFE83ADA922}" type="presParOf" srcId="{58724022-1FD2-4D3C-868A-7BDDAFB91953}" destId="{4AC350F3-FC73-4B85-AE91-E9893AD2ED62}" srcOrd="0" destOrd="0" presId="urn:microsoft.com/office/officeart/2005/8/layout/orgChart1"/>
    <dgm:cxn modelId="{5EC11A06-2159-40A9-AE2D-2356A0A79E74}" type="presParOf" srcId="{4AC350F3-FC73-4B85-AE91-E9893AD2ED62}" destId="{A8434E97-053E-4EB0-925C-CD0BF10B320F}" srcOrd="0" destOrd="0" presId="urn:microsoft.com/office/officeart/2005/8/layout/orgChart1"/>
    <dgm:cxn modelId="{F5C9E797-8E27-46E2-83A5-E8A0EE7F7634}" type="presParOf" srcId="{A8434E97-053E-4EB0-925C-CD0BF10B320F}" destId="{CD8525E5-B3A9-4BD8-826D-D04D893AC4DB}" srcOrd="0" destOrd="0" presId="urn:microsoft.com/office/officeart/2005/8/layout/orgChart1"/>
    <dgm:cxn modelId="{0EEBAC12-6F8C-4D69-B72C-94F6B8A6F8AA}" type="presParOf" srcId="{A8434E97-053E-4EB0-925C-CD0BF10B320F}" destId="{6466C681-70E2-4075-A200-B5565238D8BB}" srcOrd="1" destOrd="0" presId="urn:microsoft.com/office/officeart/2005/8/layout/orgChart1"/>
    <dgm:cxn modelId="{200D2831-F63C-49DD-92B9-9A9D8567F9C9}" type="presParOf" srcId="{4AC350F3-FC73-4B85-AE91-E9893AD2ED62}" destId="{C765D381-57DC-40CF-8321-DA9C8E8316D7}" srcOrd="1" destOrd="0" presId="urn:microsoft.com/office/officeart/2005/8/layout/orgChart1"/>
    <dgm:cxn modelId="{5160CA80-D4D4-4F63-8C3E-948ECADF9849}" type="presParOf" srcId="{C765D381-57DC-40CF-8321-DA9C8E8316D7}" destId="{8413DCCD-5015-474D-88AC-81741DB0BAEF}" srcOrd="0" destOrd="0" presId="urn:microsoft.com/office/officeart/2005/8/layout/orgChart1"/>
    <dgm:cxn modelId="{5AA78AB7-D58C-4145-99EC-6488EE45C368}" type="presParOf" srcId="{C765D381-57DC-40CF-8321-DA9C8E8316D7}" destId="{87057557-0E45-4037-BB87-1FD5D827EEAB}" srcOrd="1" destOrd="0" presId="urn:microsoft.com/office/officeart/2005/8/layout/orgChart1"/>
    <dgm:cxn modelId="{E89B0BE3-0B56-4893-A303-A6B8B072A60B}" type="presParOf" srcId="{87057557-0E45-4037-BB87-1FD5D827EEAB}" destId="{16050C1D-1166-4006-A5E2-8E151D1AA391}" srcOrd="0" destOrd="0" presId="urn:microsoft.com/office/officeart/2005/8/layout/orgChart1"/>
    <dgm:cxn modelId="{DE4353F4-0D27-4469-8018-8576CE50DF96}" type="presParOf" srcId="{16050C1D-1166-4006-A5E2-8E151D1AA391}" destId="{616D43D6-8201-419B-9879-5326C1C64D0E}" srcOrd="0" destOrd="0" presId="urn:microsoft.com/office/officeart/2005/8/layout/orgChart1"/>
    <dgm:cxn modelId="{58D355CE-5783-4F1D-8B99-B6A2784478A4}" type="presParOf" srcId="{16050C1D-1166-4006-A5E2-8E151D1AA391}" destId="{E29BB328-9CAE-4AAD-914F-83184A7E3C96}" srcOrd="1" destOrd="0" presId="urn:microsoft.com/office/officeart/2005/8/layout/orgChart1"/>
    <dgm:cxn modelId="{888DFF6C-9367-40DA-B999-6A0E930CBABD}" type="presParOf" srcId="{87057557-0E45-4037-BB87-1FD5D827EEAB}" destId="{31E0D87D-0DFA-4A8F-9D75-8EA4530C015C}" srcOrd="1" destOrd="0" presId="urn:microsoft.com/office/officeart/2005/8/layout/orgChart1"/>
    <dgm:cxn modelId="{73BA2143-8292-4CEB-915C-212600015181}" type="presParOf" srcId="{87057557-0E45-4037-BB87-1FD5D827EEAB}" destId="{31F15C70-DA94-48C2-89CE-42BDA13794DB}" srcOrd="2" destOrd="0" presId="urn:microsoft.com/office/officeart/2005/8/layout/orgChart1"/>
    <dgm:cxn modelId="{C723E102-8BDE-45C1-9287-51F3B7832D87}" type="presParOf" srcId="{4AC350F3-FC73-4B85-AE91-E9893AD2ED62}" destId="{7BC8185A-1D5C-4334-B8F0-1EBFBB2BE06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CD0AAC-373D-469C-AE4D-3ACE1783375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4F85A9A-062A-4550-9894-B1EB0F662009}">
      <dgm:prSet/>
      <dgm:spPr/>
      <dgm:t>
        <a:bodyPr/>
        <a:lstStyle/>
        <a:p>
          <a:pPr>
            <a:lnSpc>
              <a:spcPct val="100000"/>
            </a:lnSpc>
          </a:pPr>
          <a:br>
            <a:rPr lang="en-US"/>
          </a:br>
          <a:r>
            <a:rPr lang="en-US"/>
            <a:t>If you spot it before you write it, you save hours. </a:t>
          </a:r>
          <a:br>
            <a:rPr lang="en-US"/>
          </a:br>
          <a:endParaRPr lang="en-US"/>
        </a:p>
      </dgm:t>
    </dgm:pt>
    <dgm:pt modelId="{48A08F80-0D38-4FD2-8AE1-9C83251E3D5C}" type="parTrans" cxnId="{353C47C6-4E0B-497E-BAA4-BD23D7D70DA2}">
      <dgm:prSet/>
      <dgm:spPr/>
      <dgm:t>
        <a:bodyPr/>
        <a:lstStyle/>
        <a:p>
          <a:endParaRPr lang="en-US"/>
        </a:p>
      </dgm:t>
    </dgm:pt>
    <dgm:pt modelId="{C0E189F0-095D-4BDC-A59D-6526F71DEFD5}" type="sibTrans" cxnId="{353C47C6-4E0B-497E-BAA4-BD23D7D70DA2}">
      <dgm:prSet/>
      <dgm:spPr/>
      <dgm:t>
        <a:bodyPr/>
        <a:lstStyle/>
        <a:p>
          <a:endParaRPr lang="en-US"/>
        </a:p>
      </dgm:t>
    </dgm:pt>
    <dgm:pt modelId="{7F527240-1D16-45C2-8F80-188FDEC998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spot it after, you reach for Measure-Command or the Profiler.</a:t>
          </a:r>
        </a:p>
      </dgm:t>
    </dgm:pt>
    <dgm:pt modelId="{77933F3C-B8F9-4DBF-AABE-7B1F7C5F964F}" type="parTrans" cxnId="{4C8CEE52-079A-4755-BEF1-90BC58ADBBA9}">
      <dgm:prSet/>
      <dgm:spPr/>
      <dgm:t>
        <a:bodyPr/>
        <a:lstStyle/>
        <a:p>
          <a:endParaRPr lang="en-US"/>
        </a:p>
      </dgm:t>
    </dgm:pt>
    <dgm:pt modelId="{9ED0CD4F-7610-48A7-9255-071130C2A4BD}" type="sibTrans" cxnId="{4C8CEE52-079A-4755-BEF1-90BC58ADBBA9}">
      <dgm:prSet/>
      <dgm:spPr/>
      <dgm:t>
        <a:bodyPr/>
        <a:lstStyle/>
        <a:p>
          <a:endParaRPr lang="en-US"/>
        </a:p>
      </dgm:t>
    </dgm:pt>
    <dgm:pt modelId="{319CBDC9-DBE3-491A-AD5E-A7DC0BE707A5}" type="pres">
      <dgm:prSet presAssocID="{13CD0AAC-373D-469C-AE4D-3ACE1783375A}" presName="root" presStyleCnt="0">
        <dgm:presLayoutVars>
          <dgm:dir/>
          <dgm:resizeHandles val="exact"/>
        </dgm:presLayoutVars>
      </dgm:prSet>
      <dgm:spPr/>
    </dgm:pt>
    <dgm:pt modelId="{9B2E6CBB-3D23-4A6E-B78D-DDE82555E52A}" type="pres">
      <dgm:prSet presAssocID="{D4F85A9A-062A-4550-9894-B1EB0F662009}" presName="compNode" presStyleCnt="0"/>
      <dgm:spPr/>
    </dgm:pt>
    <dgm:pt modelId="{844275C3-1654-4245-97BB-B91407C83358}" type="pres">
      <dgm:prSet presAssocID="{D4F85A9A-062A-4550-9894-B1EB0F662009}" presName="bgRect" presStyleLbl="bgShp" presStyleIdx="0" presStyleCnt="2"/>
      <dgm:spPr/>
    </dgm:pt>
    <dgm:pt modelId="{9125C999-CCDB-49E6-8280-BE6F90B6F89C}" type="pres">
      <dgm:prSet presAssocID="{D4F85A9A-062A-4550-9894-B1EB0F66200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5EC81505-59B5-43C9-8695-3C2AEDB04134}" type="pres">
      <dgm:prSet presAssocID="{D4F85A9A-062A-4550-9894-B1EB0F662009}" presName="spaceRect" presStyleCnt="0"/>
      <dgm:spPr/>
    </dgm:pt>
    <dgm:pt modelId="{27C593E5-CF35-4A6E-935D-5D9A842EA935}" type="pres">
      <dgm:prSet presAssocID="{D4F85A9A-062A-4550-9894-B1EB0F662009}" presName="parTx" presStyleLbl="revTx" presStyleIdx="0" presStyleCnt="2">
        <dgm:presLayoutVars>
          <dgm:chMax val="0"/>
          <dgm:chPref val="0"/>
        </dgm:presLayoutVars>
      </dgm:prSet>
      <dgm:spPr/>
    </dgm:pt>
    <dgm:pt modelId="{4EE7C894-BA2A-43A4-9BC8-3278B4F61487}" type="pres">
      <dgm:prSet presAssocID="{C0E189F0-095D-4BDC-A59D-6526F71DEFD5}" presName="sibTrans" presStyleCnt="0"/>
      <dgm:spPr/>
    </dgm:pt>
    <dgm:pt modelId="{31348B02-C076-48F9-9109-EE9D9BA1B869}" type="pres">
      <dgm:prSet presAssocID="{7F527240-1D16-45C2-8F80-188FDEC99889}" presName="compNode" presStyleCnt="0"/>
      <dgm:spPr/>
    </dgm:pt>
    <dgm:pt modelId="{F712C651-CC43-4B5D-A72B-04ACF48996F4}" type="pres">
      <dgm:prSet presAssocID="{7F527240-1D16-45C2-8F80-188FDEC99889}" presName="bgRect" presStyleLbl="bgShp" presStyleIdx="1" presStyleCnt="2"/>
      <dgm:spPr/>
    </dgm:pt>
    <dgm:pt modelId="{F7585200-4B3F-452F-8E66-F06A5B818313}" type="pres">
      <dgm:prSet presAssocID="{7F527240-1D16-45C2-8F80-188FDEC9988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D5962A1B-87AB-4D90-B3E4-C4BBD9C15AF9}" type="pres">
      <dgm:prSet presAssocID="{7F527240-1D16-45C2-8F80-188FDEC99889}" presName="spaceRect" presStyleCnt="0"/>
      <dgm:spPr/>
    </dgm:pt>
    <dgm:pt modelId="{3A742CDA-D658-49F0-AB62-FC190F9B3BCA}" type="pres">
      <dgm:prSet presAssocID="{7F527240-1D16-45C2-8F80-188FDEC998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FFCD513-7C79-4742-9715-10AD3BA234E1}" type="presOf" srcId="{D4F85A9A-062A-4550-9894-B1EB0F662009}" destId="{27C593E5-CF35-4A6E-935D-5D9A842EA935}" srcOrd="0" destOrd="0" presId="urn:microsoft.com/office/officeart/2018/2/layout/IconVerticalSolidList"/>
    <dgm:cxn modelId="{CB644450-AD8A-4250-972C-3CE710AA019E}" type="presOf" srcId="{7F527240-1D16-45C2-8F80-188FDEC99889}" destId="{3A742CDA-D658-49F0-AB62-FC190F9B3BCA}" srcOrd="0" destOrd="0" presId="urn:microsoft.com/office/officeart/2018/2/layout/IconVerticalSolidList"/>
    <dgm:cxn modelId="{4C8CEE52-079A-4755-BEF1-90BC58ADBBA9}" srcId="{13CD0AAC-373D-469C-AE4D-3ACE1783375A}" destId="{7F527240-1D16-45C2-8F80-188FDEC99889}" srcOrd="1" destOrd="0" parTransId="{77933F3C-B8F9-4DBF-AABE-7B1F7C5F964F}" sibTransId="{9ED0CD4F-7610-48A7-9255-071130C2A4BD}"/>
    <dgm:cxn modelId="{353C47C6-4E0B-497E-BAA4-BD23D7D70DA2}" srcId="{13CD0AAC-373D-469C-AE4D-3ACE1783375A}" destId="{D4F85A9A-062A-4550-9894-B1EB0F662009}" srcOrd="0" destOrd="0" parTransId="{48A08F80-0D38-4FD2-8AE1-9C83251E3D5C}" sibTransId="{C0E189F0-095D-4BDC-A59D-6526F71DEFD5}"/>
    <dgm:cxn modelId="{D7EF9DF3-712E-4B23-96C0-B255415E07A8}" type="presOf" srcId="{13CD0AAC-373D-469C-AE4D-3ACE1783375A}" destId="{319CBDC9-DBE3-491A-AD5E-A7DC0BE707A5}" srcOrd="0" destOrd="0" presId="urn:microsoft.com/office/officeart/2018/2/layout/IconVerticalSolidList"/>
    <dgm:cxn modelId="{F85149E6-9F50-47F7-B75A-4F2269A573FE}" type="presParOf" srcId="{319CBDC9-DBE3-491A-AD5E-A7DC0BE707A5}" destId="{9B2E6CBB-3D23-4A6E-B78D-DDE82555E52A}" srcOrd="0" destOrd="0" presId="urn:microsoft.com/office/officeart/2018/2/layout/IconVerticalSolidList"/>
    <dgm:cxn modelId="{B691A51A-0ED5-494C-A689-24E166B56030}" type="presParOf" srcId="{9B2E6CBB-3D23-4A6E-B78D-DDE82555E52A}" destId="{844275C3-1654-4245-97BB-B91407C83358}" srcOrd="0" destOrd="0" presId="urn:microsoft.com/office/officeart/2018/2/layout/IconVerticalSolidList"/>
    <dgm:cxn modelId="{184168A9-3A29-4222-9656-C7A329EAD1F8}" type="presParOf" srcId="{9B2E6CBB-3D23-4A6E-B78D-DDE82555E52A}" destId="{9125C999-CCDB-49E6-8280-BE6F90B6F89C}" srcOrd="1" destOrd="0" presId="urn:microsoft.com/office/officeart/2018/2/layout/IconVerticalSolidList"/>
    <dgm:cxn modelId="{5CFBCA55-0DD0-4348-8341-3C3981962A74}" type="presParOf" srcId="{9B2E6CBB-3D23-4A6E-B78D-DDE82555E52A}" destId="{5EC81505-59B5-43C9-8695-3C2AEDB04134}" srcOrd="2" destOrd="0" presId="urn:microsoft.com/office/officeart/2018/2/layout/IconVerticalSolidList"/>
    <dgm:cxn modelId="{89AE919C-65F0-4600-AA5B-9D7A1A173A4B}" type="presParOf" srcId="{9B2E6CBB-3D23-4A6E-B78D-DDE82555E52A}" destId="{27C593E5-CF35-4A6E-935D-5D9A842EA935}" srcOrd="3" destOrd="0" presId="urn:microsoft.com/office/officeart/2018/2/layout/IconVerticalSolidList"/>
    <dgm:cxn modelId="{9B615D10-576F-438F-9A09-B08C02E1482C}" type="presParOf" srcId="{319CBDC9-DBE3-491A-AD5E-A7DC0BE707A5}" destId="{4EE7C894-BA2A-43A4-9BC8-3278B4F61487}" srcOrd="1" destOrd="0" presId="urn:microsoft.com/office/officeart/2018/2/layout/IconVerticalSolidList"/>
    <dgm:cxn modelId="{49385B78-8868-4EEB-9DBA-F7EBB47C1B25}" type="presParOf" srcId="{319CBDC9-DBE3-491A-AD5E-A7DC0BE707A5}" destId="{31348B02-C076-48F9-9109-EE9D9BA1B869}" srcOrd="2" destOrd="0" presId="urn:microsoft.com/office/officeart/2018/2/layout/IconVerticalSolidList"/>
    <dgm:cxn modelId="{20033839-71C4-466C-B06E-8F9C5D7CDFC6}" type="presParOf" srcId="{31348B02-C076-48F9-9109-EE9D9BA1B869}" destId="{F712C651-CC43-4B5D-A72B-04ACF48996F4}" srcOrd="0" destOrd="0" presId="urn:microsoft.com/office/officeart/2018/2/layout/IconVerticalSolidList"/>
    <dgm:cxn modelId="{FC6A1B04-19CD-453A-9E96-612E2AE3FB22}" type="presParOf" srcId="{31348B02-C076-48F9-9109-EE9D9BA1B869}" destId="{F7585200-4B3F-452F-8E66-F06A5B818313}" srcOrd="1" destOrd="0" presId="urn:microsoft.com/office/officeart/2018/2/layout/IconVerticalSolidList"/>
    <dgm:cxn modelId="{7A467B56-F025-4EC9-9980-3879A652D75C}" type="presParOf" srcId="{31348B02-C076-48F9-9109-EE9D9BA1B869}" destId="{D5962A1B-87AB-4D90-B3E4-C4BBD9C15AF9}" srcOrd="2" destOrd="0" presId="urn:microsoft.com/office/officeart/2018/2/layout/IconVerticalSolidList"/>
    <dgm:cxn modelId="{E31B4FB2-818F-4EBA-90F8-56281B9CD70A}" type="presParOf" srcId="{31348B02-C076-48F9-9109-EE9D9BA1B869}" destId="{3A742CDA-D658-49F0-AB62-FC190F9B3B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1776D20-09A9-47E6-875E-28D456684C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7C16C83-DECD-49BB-861A-C4DC797F20D4}">
      <dgm:prSet/>
      <dgm:spPr/>
      <dgm:t>
        <a:bodyPr/>
        <a:lstStyle/>
        <a:p>
          <a:r>
            <a:rPr lang="en-US" b="1" i="1"/>
            <a:t>Thinking</a:t>
          </a:r>
          <a:r>
            <a:rPr lang="en-US" i="1"/>
            <a:t> is free. </a:t>
          </a:r>
          <a:endParaRPr lang="en-US"/>
        </a:p>
      </dgm:t>
    </dgm:pt>
    <dgm:pt modelId="{02DA1D13-CA80-41FA-823A-723AA2FA6366}" type="parTrans" cxnId="{5F87BCF6-F5D6-4362-9B8F-2043854AD25D}">
      <dgm:prSet/>
      <dgm:spPr/>
      <dgm:t>
        <a:bodyPr/>
        <a:lstStyle/>
        <a:p>
          <a:endParaRPr lang="en-US"/>
        </a:p>
      </dgm:t>
    </dgm:pt>
    <dgm:pt modelId="{AA006068-EA6E-4779-B742-E4749CBD9E9E}" type="sibTrans" cxnId="{5F87BCF6-F5D6-4362-9B8F-2043854AD25D}">
      <dgm:prSet/>
      <dgm:spPr/>
      <dgm:t>
        <a:bodyPr/>
        <a:lstStyle/>
        <a:p>
          <a:endParaRPr lang="en-US"/>
        </a:p>
      </dgm:t>
    </dgm:pt>
    <dgm:pt modelId="{AEADBB3F-5413-466D-8C55-744E4C5D8358}">
      <dgm:prSet/>
      <dgm:spPr/>
      <dgm:t>
        <a:bodyPr/>
        <a:lstStyle/>
        <a:p>
          <a:r>
            <a:rPr lang="en-US" b="1" i="1"/>
            <a:t>Measuring</a:t>
          </a:r>
          <a:r>
            <a:rPr lang="en-US" i="1"/>
            <a:t> is cheap. </a:t>
          </a:r>
          <a:endParaRPr lang="en-US"/>
        </a:p>
      </dgm:t>
    </dgm:pt>
    <dgm:pt modelId="{9E916D4E-5A4F-4FDF-B929-10C57415A495}" type="parTrans" cxnId="{E4403517-F01A-4E57-9EFB-144C81506A86}">
      <dgm:prSet/>
      <dgm:spPr/>
      <dgm:t>
        <a:bodyPr/>
        <a:lstStyle/>
        <a:p>
          <a:endParaRPr lang="en-US"/>
        </a:p>
      </dgm:t>
    </dgm:pt>
    <dgm:pt modelId="{3D9573C4-7659-4006-A9CD-8A8D3BCE3C9A}" type="sibTrans" cxnId="{E4403517-F01A-4E57-9EFB-144C81506A86}">
      <dgm:prSet/>
      <dgm:spPr/>
      <dgm:t>
        <a:bodyPr/>
        <a:lstStyle/>
        <a:p>
          <a:endParaRPr lang="en-US"/>
        </a:p>
      </dgm:t>
    </dgm:pt>
    <dgm:pt modelId="{E2C7A507-E116-478F-B8F8-F1A596AE801E}">
      <dgm:prSet/>
      <dgm:spPr/>
      <dgm:t>
        <a:bodyPr/>
        <a:lstStyle/>
        <a:p>
          <a:r>
            <a:rPr lang="en-US" b="1" i="1"/>
            <a:t>Profiling</a:t>
          </a:r>
          <a:r>
            <a:rPr lang="en-US" i="1"/>
            <a:t> is for when your already in trouble.</a:t>
          </a:r>
          <a:endParaRPr lang="en-US"/>
        </a:p>
      </dgm:t>
    </dgm:pt>
    <dgm:pt modelId="{C7A6E729-E60B-4BC5-BF5D-F6892424BA1E}" type="parTrans" cxnId="{181666B3-4977-4A49-B596-B34A192C88E7}">
      <dgm:prSet/>
      <dgm:spPr/>
      <dgm:t>
        <a:bodyPr/>
        <a:lstStyle/>
        <a:p>
          <a:endParaRPr lang="en-US"/>
        </a:p>
      </dgm:t>
    </dgm:pt>
    <dgm:pt modelId="{613A49A8-E7BD-4D6C-BAC5-9D5892946185}" type="sibTrans" cxnId="{181666B3-4977-4A49-B596-B34A192C88E7}">
      <dgm:prSet/>
      <dgm:spPr/>
      <dgm:t>
        <a:bodyPr/>
        <a:lstStyle/>
        <a:p>
          <a:endParaRPr lang="en-US"/>
        </a:p>
      </dgm:t>
    </dgm:pt>
    <dgm:pt modelId="{4EE60824-401B-4F03-9FF8-302E5419B750}" type="pres">
      <dgm:prSet presAssocID="{E1776D20-09A9-47E6-875E-28D456684C3D}" presName="root" presStyleCnt="0">
        <dgm:presLayoutVars>
          <dgm:dir/>
          <dgm:resizeHandles val="exact"/>
        </dgm:presLayoutVars>
      </dgm:prSet>
      <dgm:spPr/>
    </dgm:pt>
    <dgm:pt modelId="{0A1EAA34-7FF2-4DBD-B4FE-5984EC498A72}" type="pres">
      <dgm:prSet presAssocID="{37C16C83-DECD-49BB-861A-C4DC797F20D4}" presName="compNode" presStyleCnt="0"/>
      <dgm:spPr/>
    </dgm:pt>
    <dgm:pt modelId="{C8F3056C-D67D-44F8-A438-1DB3D61C0F07}" type="pres">
      <dgm:prSet presAssocID="{37C16C83-DECD-49BB-861A-C4DC797F20D4}" presName="bgRect" presStyleLbl="bgShp" presStyleIdx="0" presStyleCnt="3"/>
      <dgm:spPr/>
    </dgm:pt>
    <dgm:pt modelId="{E0724B30-5066-4F65-8C5A-FD5E82D6C9FB}" type="pres">
      <dgm:prSet presAssocID="{37C16C83-DECD-49BB-861A-C4DC797F20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E89FECD-B5AD-46B3-9D97-BF0E1380DFEF}" type="pres">
      <dgm:prSet presAssocID="{37C16C83-DECD-49BB-861A-C4DC797F20D4}" presName="spaceRect" presStyleCnt="0"/>
      <dgm:spPr/>
    </dgm:pt>
    <dgm:pt modelId="{D0E4723E-48D3-4DBD-BA5F-00B8E5C6EEF6}" type="pres">
      <dgm:prSet presAssocID="{37C16C83-DECD-49BB-861A-C4DC797F20D4}" presName="parTx" presStyleLbl="revTx" presStyleIdx="0" presStyleCnt="3">
        <dgm:presLayoutVars>
          <dgm:chMax val="0"/>
          <dgm:chPref val="0"/>
        </dgm:presLayoutVars>
      </dgm:prSet>
      <dgm:spPr/>
    </dgm:pt>
    <dgm:pt modelId="{ECF57160-21B2-43FF-8DB5-A2F9FD576A2E}" type="pres">
      <dgm:prSet presAssocID="{AA006068-EA6E-4779-B742-E4749CBD9E9E}" presName="sibTrans" presStyleCnt="0"/>
      <dgm:spPr/>
    </dgm:pt>
    <dgm:pt modelId="{9D1286B3-F430-4D92-B967-98DD950F8C8A}" type="pres">
      <dgm:prSet presAssocID="{AEADBB3F-5413-466D-8C55-744E4C5D8358}" presName="compNode" presStyleCnt="0"/>
      <dgm:spPr/>
    </dgm:pt>
    <dgm:pt modelId="{6F49F0A3-2B27-4568-BDB9-D12E106B2234}" type="pres">
      <dgm:prSet presAssocID="{AEADBB3F-5413-466D-8C55-744E4C5D8358}" presName="bgRect" presStyleLbl="bgShp" presStyleIdx="1" presStyleCnt="3"/>
      <dgm:spPr/>
    </dgm:pt>
    <dgm:pt modelId="{A8B20AD0-3398-4AF8-9169-859DEF851A42}" type="pres">
      <dgm:prSet presAssocID="{AEADBB3F-5413-466D-8C55-744E4C5D835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0D8BB547-5223-4A37-89A4-EE271A59D647}" type="pres">
      <dgm:prSet presAssocID="{AEADBB3F-5413-466D-8C55-744E4C5D8358}" presName="spaceRect" presStyleCnt="0"/>
      <dgm:spPr/>
    </dgm:pt>
    <dgm:pt modelId="{A643B864-9040-4CC3-B870-27B961071305}" type="pres">
      <dgm:prSet presAssocID="{AEADBB3F-5413-466D-8C55-744E4C5D8358}" presName="parTx" presStyleLbl="revTx" presStyleIdx="1" presStyleCnt="3">
        <dgm:presLayoutVars>
          <dgm:chMax val="0"/>
          <dgm:chPref val="0"/>
        </dgm:presLayoutVars>
      </dgm:prSet>
      <dgm:spPr/>
    </dgm:pt>
    <dgm:pt modelId="{B481B48C-3D6B-49F8-B50D-47F833E5B715}" type="pres">
      <dgm:prSet presAssocID="{3D9573C4-7659-4006-A9CD-8A8D3BCE3C9A}" presName="sibTrans" presStyleCnt="0"/>
      <dgm:spPr/>
    </dgm:pt>
    <dgm:pt modelId="{7A701253-2EC5-41CA-ADB3-FBFDFB6A7DFD}" type="pres">
      <dgm:prSet presAssocID="{E2C7A507-E116-478F-B8F8-F1A596AE801E}" presName="compNode" presStyleCnt="0"/>
      <dgm:spPr/>
    </dgm:pt>
    <dgm:pt modelId="{7EED2EFB-837F-4B31-8502-6764D0C5550C}" type="pres">
      <dgm:prSet presAssocID="{E2C7A507-E116-478F-B8F8-F1A596AE801E}" presName="bgRect" presStyleLbl="bgShp" presStyleIdx="2" presStyleCnt="3"/>
      <dgm:spPr/>
    </dgm:pt>
    <dgm:pt modelId="{FDEA2CD3-4AD2-4E23-8D99-33F9C284003D}" type="pres">
      <dgm:prSet presAssocID="{E2C7A507-E116-478F-B8F8-F1A596AE801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36CCEB9-FB50-4298-8E8F-533E63EAC90E}" type="pres">
      <dgm:prSet presAssocID="{E2C7A507-E116-478F-B8F8-F1A596AE801E}" presName="spaceRect" presStyleCnt="0"/>
      <dgm:spPr/>
    </dgm:pt>
    <dgm:pt modelId="{9C6731B2-705B-4E7E-A11E-2F421C8E2521}" type="pres">
      <dgm:prSet presAssocID="{E2C7A507-E116-478F-B8F8-F1A596AE80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4403517-F01A-4E57-9EFB-144C81506A86}" srcId="{E1776D20-09A9-47E6-875E-28D456684C3D}" destId="{AEADBB3F-5413-466D-8C55-744E4C5D8358}" srcOrd="1" destOrd="0" parTransId="{9E916D4E-5A4F-4FDF-B929-10C57415A495}" sibTransId="{3D9573C4-7659-4006-A9CD-8A8D3BCE3C9A}"/>
    <dgm:cxn modelId="{AF864938-EF78-4850-BA83-1EA376537532}" type="presOf" srcId="{E1776D20-09A9-47E6-875E-28D456684C3D}" destId="{4EE60824-401B-4F03-9FF8-302E5419B750}" srcOrd="0" destOrd="0" presId="urn:microsoft.com/office/officeart/2018/2/layout/IconVerticalSolidList"/>
    <dgm:cxn modelId="{181666B3-4977-4A49-B596-B34A192C88E7}" srcId="{E1776D20-09A9-47E6-875E-28D456684C3D}" destId="{E2C7A507-E116-478F-B8F8-F1A596AE801E}" srcOrd="2" destOrd="0" parTransId="{C7A6E729-E60B-4BC5-BF5D-F6892424BA1E}" sibTransId="{613A49A8-E7BD-4D6C-BAC5-9D5892946185}"/>
    <dgm:cxn modelId="{EFE7FBD6-3420-494D-BC0D-B0E2C58F27B4}" type="presOf" srcId="{37C16C83-DECD-49BB-861A-C4DC797F20D4}" destId="{D0E4723E-48D3-4DBD-BA5F-00B8E5C6EEF6}" srcOrd="0" destOrd="0" presId="urn:microsoft.com/office/officeart/2018/2/layout/IconVerticalSolidList"/>
    <dgm:cxn modelId="{9EA52BE5-4EA7-4874-A7DD-FD9D6FC7EF9A}" type="presOf" srcId="{E2C7A507-E116-478F-B8F8-F1A596AE801E}" destId="{9C6731B2-705B-4E7E-A11E-2F421C8E2521}" srcOrd="0" destOrd="0" presId="urn:microsoft.com/office/officeart/2018/2/layout/IconVerticalSolidList"/>
    <dgm:cxn modelId="{38FD81F5-BD6C-412F-BEE0-B45CA94D148D}" type="presOf" srcId="{AEADBB3F-5413-466D-8C55-744E4C5D8358}" destId="{A643B864-9040-4CC3-B870-27B961071305}" srcOrd="0" destOrd="0" presId="urn:microsoft.com/office/officeart/2018/2/layout/IconVerticalSolidList"/>
    <dgm:cxn modelId="{5F87BCF6-F5D6-4362-9B8F-2043854AD25D}" srcId="{E1776D20-09A9-47E6-875E-28D456684C3D}" destId="{37C16C83-DECD-49BB-861A-C4DC797F20D4}" srcOrd="0" destOrd="0" parTransId="{02DA1D13-CA80-41FA-823A-723AA2FA6366}" sibTransId="{AA006068-EA6E-4779-B742-E4749CBD9E9E}"/>
    <dgm:cxn modelId="{596F5CCD-F5B4-4869-9623-F7D9238A2A12}" type="presParOf" srcId="{4EE60824-401B-4F03-9FF8-302E5419B750}" destId="{0A1EAA34-7FF2-4DBD-B4FE-5984EC498A72}" srcOrd="0" destOrd="0" presId="urn:microsoft.com/office/officeart/2018/2/layout/IconVerticalSolidList"/>
    <dgm:cxn modelId="{EF456732-4A18-4E5B-BB59-9969160D9250}" type="presParOf" srcId="{0A1EAA34-7FF2-4DBD-B4FE-5984EC498A72}" destId="{C8F3056C-D67D-44F8-A438-1DB3D61C0F07}" srcOrd="0" destOrd="0" presId="urn:microsoft.com/office/officeart/2018/2/layout/IconVerticalSolidList"/>
    <dgm:cxn modelId="{9C072FF6-9F17-40F6-8888-F5325B8630E8}" type="presParOf" srcId="{0A1EAA34-7FF2-4DBD-B4FE-5984EC498A72}" destId="{E0724B30-5066-4F65-8C5A-FD5E82D6C9FB}" srcOrd="1" destOrd="0" presId="urn:microsoft.com/office/officeart/2018/2/layout/IconVerticalSolidList"/>
    <dgm:cxn modelId="{01137677-EF2A-4BFA-B45A-D13FF6BE10D7}" type="presParOf" srcId="{0A1EAA34-7FF2-4DBD-B4FE-5984EC498A72}" destId="{8E89FECD-B5AD-46B3-9D97-BF0E1380DFEF}" srcOrd="2" destOrd="0" presId="urn:microsoft.com/office/officeart/2018/2/layout/IconVerticalSolidList"/>
    <dgm:cxn modelId="{88917DB9-161D-4D47-9C6A-21BC23AFE41F}" type="presParOf" srcId="{0A1EAA34-7FF2-4DBD-B4FE-5984EC498A72}" destId="{D0E4723E-48D3-4DBD-BA5F-00B8E5C6EEF6}" srcOrd="3" destOrd="0" presId="urn:microsoft.com/office/officeart/2018/2/layout/IconVerticalSolidList"/>
    <dgm:cxn modelId="{3A55F2D9-9E61-4B05-A3FF-F2605DF503A8}" type="presParOf" srcId="{4EE60824-401B-4F03-9FF8-302E5419B750}" destId="{ECF57160-21B2-43FF-8DB5-A2F9FD576A2E}" srcOrd="1" destOrd="0" presId="urn:microsoft.com/office/officeart/2018/2/layout/IconVerticalSolidList"/>
    <dgm:cxn modelId="{DA7D36F7-642D-4B43-8B1A-D9F214867B16}" type="presParOf" srcId="{4EE60824-401B-4F03-9FF8-302E5419B750}" destId="{9D1286B3-F430-4D92-B967-98DD950F8C8A}" srcOrd="2" destOrd="0" presId="urn:microsoft.com/office/officeart/2018/2/layout/IconVerticalSolidList"/>
    <dgm:cxn modelId="{6CFBD0CB-DD77-4E22-9A99-0125ED3AD516}" type="presParOf" srcId="{9D1286B3-F430-4D92-B967-98DD950F8C8A}" destId="{6F49F0A3-2B27-4568-BDB9-D12E106B2234}" srcOrd="0" destOrd="0" presId="urn:microsoft.com/office/officeart/2018/2/layout/IconVerticalSolidList"/>
    <dgm:cxn modelId="{EB577984-335B-4BDF-BB1C-48FA415F5962}" type="presParOf" srcId="{9D1286B3-F430-4D92-B967-98DD950F8C8A}" destId="{A8B20AD0-3398-4AF8-9169-859DEF851A42}" srcOrd="1" destOrd="0" presId="urn:microsoft.com/office/officeart/2018/2/layout/IconVerticalSolidList"/>
    <dgm:cxn modelId="{8BB2A681-E4C9-4546-9A5E-020511B928C6}" type="presParOf" srcId="{9D1286B3-F430-4D92-B967-98DD950F8C8A}" destId="{0D8BB547-5223-4A37-89A4-EE271A59D647}" srcOrd="2" destOrd="0" presId="urn:microsoft.com/office/officeart/2018/2/layout/IconVerticalSolidList"/>
    <dgm:cxn modelId="{7142193F-B68F-4D63-9DF6-4F74BD82F55C}" type="presParOf" srcId="{9D1286B3-F430-4D92-B967-98DD950F8C8A}" destId="{A643B864-9040-4CC3-B870-27B961071305}" srcOrd="3" destOrd="0" presId="urn:microsoft.com/office/officeart/2018/2/layout/IconVerticalSolidList"/>
    <dgm:cxn modelId="{3E0B430B-BF2A-4B24-804A-75F1BB12CA24}" type="presParOf" srcId="{4EE60824-401B-4F03-9FF8-302E5419B750}" destId="{B481B48C-3D6B-49F8-B50D-47F833E5B715}" srcOrd="3" destOrd="0" presId="urn:microsoft.com/office/officeart/2018/2/layout/IconVerticalSolidList"/>
    <dgm:cxn modelId="{D3ACA772-9CD0-40CA-AF45-A2E726F7DF29}" type="presParOf" srcId="{4EE60824-401B-4F03-9FF8-302E5419B750}" destId="{7A701253-2EC5-41CA-ADB3-FBFDFB6A7DFD}" srcOrd="4" destOrd="0" presId="urn:microsoft.com/office/officeart/2018/2/layout/IconVerticalSolidList"/>
    <dgm:cxn modelId="{95AA1B25-28AB-477B-8B18-B2E91C433A2C}" type="presParOf" srcId="{7A701253-2EC5-41CA-ADB3-FBFDFB6A7DFD}" destId="{7EED2EFB-837F-4B31-8502-6764D0C5550C}" srcOrd="0" destOrd="0" presId="urn:microsoft.com/office/officeart/2018/2/layout/IconVerticalSolidList"/>
    <dgm:cxn modelId="{8A9E3A09-9D8C-49F8-ABD0-A1131BAA914C}" type="presParOf" srcId="{7A701253-2EC5-41CA-ADB3-FBFDFB6A7DFD}" destId="{FDEA2CD3-4AD2-4E23-8D99-33F9C284003D}" srcOrd="1" destOrd="0" presId="urn:microsoft.com/office/officeart/2018/2/layout/IconVerticalSolidList"/>
    <dgm:cxn modelId="{031C9624-C636-48C0-9B98-D9BFC3C6A8BE}" type="presParOf" srcId="{7A701253-2EC5-41CA-ADB3-FBFDFB6A7DFD}" destId="{436CCEB9-FB50-4298-8E8F-533E63EAC90E}" srcOrd="2" destOrd="0" presId="urn:microsoft.com/office/officeart/2018/2/layout/IconVerticalSolidList"/>
    <dgm:cxn modelId="{A3E821A2-AAA9-465D-B441-C8EF931A3C42}" type="presParOf" srcId="{7A701253-2EC5-41CA-ADB3-FBFDFB6A7DFD}" destId="{9C6731B2-705B-4E7E-A11E-2F421C8E2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3056C-D67D-44F8-A438-1DB3D61C0F0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24B30-5066-4F65-8C5A-FD5E82D6C9F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4723E-48D3-4DBD-BA5F-00B8E5C6EEF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Thinking</a:t>
          </a:r>
          <a:r>
            <a:rPr lang="en-US" sz="2500" i="1" kern="1200"/>
            <a:t> is free. </a:t>
          </a:r>
          <a:endParaRPr lang="en-US" sz="2500" kern="1200"/>
        </a:p>
      </dsp:txBody>
      <dsp:txXfrm>
        <a:off x="1435590" y="531"/>
        <a:ext cx="9080009" cy="1242935"/>
      </dsp:txXfrm>
    </dsp:sp>
    <dsp:sp modelId="{6F49F0A3-2B27-4568-BDB9-D12E106B223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20AD0-3398-4AF8-9169-859DEF851A4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3B864-9040-4CC3-B870-27B96107130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Measuring</a:t>
          </a:r>
          <a:r>
            <a:rPr lang="en-US" sz="2500" i="1" kern="1200"/>
            <a:t> is cheap. </a:t>
          </a:r>
          <a:endParaRPr lang="en-US" sz="2500" kern="1200"/>
        </a:p>
      </dsp:txBody>
      <dsp:txXfrm>
        <a:off x="1435590" y="1554201"/>
        <a:ext cx="9080009" cy="1242935"/>
      </dsp:txXfrm>
    </dsp:sp>
    <dsp:sp modelId="{7EED2EFB-837F-4B31-8502-6764D0C5550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A2CD3-4AD2-4E23-8D99-33F9C284003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731B2-705B-4E7E-A11E-2F421C8E2521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Profiling</a:t>
          </a:r>
          <a:r>
            <a:rPr lang="en-US" sz="2500" i="1" kern="1200"/>
            <a:t> is for when your already in trouble.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3DCCD-5015-474D-88AC-81741DB0BAEF}">
      <dsp:nvSpPr>
        <dsp:cNvPr id="0" name=""/>
        <dsp:cNvSpPr/>
      </dsp:nvSpPr>
      <dsp:spPr>
        <a:xfrm>
          <a:off x="2545080" y="1798434"/>
          <a:ext cx="91440" cy="7544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4469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525E5-B3A9-4BD8-826D-D04D893AC4DB}">
      <dsp:nvSpPr>
        <dsp:cNvPr id="0" name=""/>
        <dsp:cNvSpPr/>
      </dsp:nvSpPr>
      <dsp:spPr>
        <a:xfrm>
          <a:off x="794444" y="2078"/>
          <a:ext cx="3592710" cy="17963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Big </a:t>
          </a:r>
          <a:r>
            <a:rPr lang="en-US" sz="4100" b="1" kern="1200"/>
            <a:t>O </a:t>
          </a:r>
          <a:br>
            <a:rPr lang="en-US" sz="4100" b="1" kern="1200"/>
          </a:br>
          <a:br>
            <a:rPr lang="en-US" sz="4100" b="1" kern="1200"/>
          </a:br>
          <a:r>
            <a:rPr lang="en-US" sz="4100" b="1" kern="1200"/>
            <a:t>O(n)</a:t>
          </a:r>
          <a:r>
            <a:rPr lang="en-US" sz="4100" kern="1200"/>
            <a:t> </a:t>
          </a:r>
        </a:p>
      </dsp:txBody>
      <dsp:txXfrm>
        <a:off x="794444" y="2078"/>
        <a:ext cx="3592710" cy="1796355"/>
      </dsp:txXfrm>
    </dsp:sp>
    <dsp:sp modelId="{616D43D6-8201-419B-9879-5326C1C64D0E}">
      <dsp:nvSpPr>
        <dsp:cNvPr id="0" name=""/>
        <dsp:cNvSpPr/>
      </dsp:nvSpPr>
      <dsp:spPr>
        <a:xfrm>
          <a:off x="794444" y="2552903"/>
          <a:ext cx="3592710" cy="17963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35" tIns="26035" rIns="26035" bIns="2603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i="1" kern="1200"/>
            <a:t>worst case</a:t>
          </a:r>
          <a:br>
            <a:rPr lang="en-US" sz="4100" b="1" kern="1200"/>
          </a:br>
          <a:r>
            <a:rPr lang="en-US" sz="4100" b="1" kern="1200"/>
            <a:t>Time</a:t>
          </a:r>
          <a:r>
            <a:rPr lang="en-US" sz="4100" kern="1200"/>
            <a:t> or </a:t>
          </a:r>
          <a:r>
            <a:rPr lang="en-US" sz="4100" b="1" kern="1200"/>
            <a:t>Space</a:t>
          </a:r>
          <a:r>
            <a:rPr lang="en-US" sz="4100" kern="1200"/>
            <a:t> complexity</a:t>
          </a:r>
        </a:p>
      </dsp:txBody>
      <dsp:txXfrm>
        <a:off x="794444" y="2552903"/>
        <a:ext cx="3592710" cy="17963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275C3-1654-4245-97BB-B91407C83358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25C999-CCDB-49E6-8280-BE6F90B6F89C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593E5-CF35-4A6E-935D-5D9A842EA935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200" kern="1200"/>
          </a:br>
          <a:r>
            <a:rPr lang="en-US" sz="2200" kern="1200"/>
            <a:t>If you spot it before you write it, you save hours. </a:t>
          </a:r>
          <a:br>
            <a:rPr lang="en-US" sz="2200" kern="1200"/>
          </a:br>
          <a:endParaRPr lang="en-US" sz="2200" kern="1200"/>
        </a:p>
      </dsp:txBody>
      <dsp:txXfrm>
        <a:off x="1507738" y="707092"/>
        <a:ext cx="9007861" cy="1305401"/>
      </dsp:txXfrm>
    </dsp:sp>
    <dsp:sp modelId="{F712C651-CC43-4B5D-A72B-04ACF48996F4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85200-4B3F-452F-8E66-F06A5B81831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42CDA-D658-49F0-AB62-FC190F9B3BCA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If you spot it after, you reach for Measure-Command or the Profiler.</a:t>
          </a:r>
        </a:p>
      </dsp:txBody>
      <dsp:txXfrm>
        <a:off x="1507738" y="2338844"/>
        <a:ext cx="900786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3056C-D67D-44F8-A438-1DB3D61C0F07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24B30-5066-4F65-8C5A-FD5E82D6C9F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E4723E-48D3-4DBD-BA5F-00B8E5C6EEF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Thinking</a:t>
          </a:r>
          <a:r>
            <a:rPr lang="en-US" sz="2500" i="1" kern="1200"/>
            <a:t> is free. </a:t>
          </a:r>
          <a:endParaRPr lang="en-US" sz="2500" kern="1200"/>
        </a:p>
      </dsp:txBody>
      <dsp:txXfrm>
        <a:off x="1435590" y="531"/>
        <a:ext cx="9080009" cy="1242935"/>
      </dsp:txXfrm>
    </dsp:sp>
    <dsp:sp modelId="{6F49F0A3-2B27-4568-BDB9-D12E106B2234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B20AD0-3398-4AF8-9169-859DEF851A4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43B864-9040-4CC3-B870-27B961071305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Measuring</a:t>
          </a:r>
          <a:r>
            <a:rPr lang="en-US" sz="2500" i="1" kern="1200"/>
            <a:t> is cheap. </a:t>
          </a:r>
          <a:endParaRPr lang="en-US" sz="2500" kern="1200"/>
        </a:p>
      </dsp:txBody>
      <dsp:txXfrm>
        <a:off x="1435590" y="1554201"/>
        <a:ext cx="9080009" cy="1242935"/>
      </dsp:txXfrm>
    </dsp:sp>
    <dsp:sp modelId="{7EED2EFB-837F-4B31-8502-6764D0C5550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A2CD3-4AD2-4E23-8D99-33F9C284003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6731B2-705B-4E7E-A11E-2F421C8E2521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/>
            <a:t>Profiling</a:t>
          </a:r>
          <a:r>
            <a:rPr lang="en-US" sz="2500" i="1" kern="1200"/>
            <a:t> is for when your already in trouble.</a:t>
          </a:r>
          <a:endParaRPr lang="en-US" sz="25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850BD-3D1F-4CB0-91AE-F2A671AA597D}" type="datetimeFigureOut">
              <a:rPr lang="da-DK" smtClean="0"/>
              <a:t>05-06-2026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7EBF0-CE7F-4D93-80D6-367A5ACF1E7E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7066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shell/scripting/dev-cross-plat/performance/script-authoring-consideration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044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5442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"Before you write a loop, ask: how many will this become?"</a:t>
            </a:r>
            <a:br>
              <a:rPr lang="en-US" dirty="0"/>
            </a:br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"That's the whole talk. Think before you loop — the slow version is always one nested loop away."</a:t>
            </a:r>
            <a:br>
              <a:rPr lang="en-US" dirty="0"/>
            </a:br>
            <a:br>
              <a:rPr lang="en-US" dirty="0"/>
            </a:b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"Three tools, in this order: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Thinking is free. Measuring is cheap. Profiling is for when you've already lost."</a:t>
            </a:r>
            <a:br>
              <a:rPr lang="en-US" dirty="0"/>
            </a:b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5356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 O (O)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Describes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upper bound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an algorithm's growth rate. It represents the worst-case scenario, indicating that the algorithm's runtime will not grow faster than a certain rate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 Omega (Ω)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Describes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bound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an algorithm's growth rate. It represents the best-case scenario, meaning the algorithm will not run faster than this bound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 Theta (Θ)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Describes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the upper and lower bounds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providing a tight bound on the growth rate. If an algorithm is Θ(f(n)), it means its runtime grows exactly at the rate of f(n), within constant factors </a:t>
            </a:r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99658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https://learn.microsoft.com/en-us/powershell/scripting/dev-cross-plat/performance/script-authoring-considerations</a:t>
            </a:r>
            <a:endParaRPr lang="en-US" dirty="0"/>
          </a:p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4347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E98C0-2D6E-C491-C693-EF1B6F2A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B1EBE-C3F0-355A-20A2-1DBE84E7A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8A710-34A1-58E4-1576-2752550F9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"Before you write a loop, ask: how many will this become?"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(beat)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"That's the whole talk. Think before you loop — the slow version is always one nested loop away."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(beat)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"Three tools, in this order: 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Measure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Profile</a:t>
            </a: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Thinking is free. Measuring is cheap. Profiling is for when you've already lost."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(beat)</a:t>
            </a:r>
            <a:br>
              <a:rPr lang="en-US"/>
            </a:br>
            <a:r>
              <a:rPr lang="en-US" sz="1200" b="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"Thank you. Questions?"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364BD-EB47-E191-6A33-C22ABB808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F7EBF0-CE7F-4D93-80D6-367A5ACF1E7E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64564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1E8F21-5BB5-D284-EBEC-89FFE4963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573C9D1-F49A-108C-5A15-8F8894D0F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AE1DD15-D44A-1C13-A765-98B7CFB4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CA192CD-3EA5-BFC1-9C0A-F4127E6CA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A8708CB-AAC6-B47E-9F50-136932CCB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ACD485-85FB-D1DC-CA66-4FEBA8A3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B817A7E-2435-FE41-CF5F-A2EE445ED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A9FAF80-659D-D4C3-6EFC-C1E62EA99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10A8DECD-5BA3-23C7-36B9-969BBB677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252C56D-A011-EA87-984E-EF3A1169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01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60AE21-919F-BE93-941D-63B0AED6E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7F5AC41-4DF4-431E-1137-BF7966272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00A22D-E973-B891-242D-0D54A6B3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214EA740-A9E1-DF5E-AD8D-510A1E5A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0FF6FAE-CC4C-4E3F-EE23-788FFD7B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63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47B57-C0F5-F785-EC31-79FF5F05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AF34605-92D0-20FB-8869-3323EC2FA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7360B71-5E24-FF36-4A48-D70E8A2D9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F58A6CE-7F5E-682B-0BC1-4FAD8ACF3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5F6B865-55FD-D041-C032-97F7100C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6AEA257B-61E6-3FF4-791C-34E67056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51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4F234C-A27C-A887-F0C1-D535E1A6F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95F83AB-CF4B-5C65-CFEE-97627F03F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F1A96AB-93FD-33F5-66F2-6E71C5AC1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975E33B-7B04-1B8D-6DB4-F4EA2EC8D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263F3B40-F4D8-4C16-750A-A756A011A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D2B6492F-1934-F723-5307-C42C1837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DBC13103-1C43-E210-9017-EB7CCAAF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CBEECC5D-CD1F-41FB-1E68-B17ADA27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50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4B77F-742F-5421-F2AB-E2C5EA3F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F6CA9F1-09A0-5351-2F22-6BA1FA86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5E9F35F-6513-EE20-C25E-FFC389D2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A7875E8F-5454-2E74-A06E-5EB97B6D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E7F24EC9-F4D6-6F4E-01D5-E8A813A6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871BB26-48B7-A9B4-0171-471797218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80A5C3-DFF8-CBD7-E175-E5E30076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22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FB35C4-563E-66C3-F927-5CC679F5E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04938F-E46F-3AF7-40EC-D9863C6CB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B0229E30-99FA-9EE3-F5D3-8AE4C241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692749C-3EA6-A6C9-7BF2-B2ED3B967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C09C9F7-70B9-7819-D384-23FE376E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7C7686A-AF0F-2438-D825-D0702C06D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18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6660A-5939-BFFD-8B34-CBAB5820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02C5AAC8-B8DA-6020-56C4-29CB54347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99250BB-23B7-15EB-274F-56EC42AB2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29ED6E1-951C-68D4-6098-F9E694928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C8C2966-8A62-1A1E-7B65-EDFF1DB9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9FC43669-EAE8-0CF6-3D0E-7ECBFA11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2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015D5-CD67-3E01-0BEA-DADB4BA2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173169F-D049-2E62-3225-C5D75B828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966663F-5F6A-A195-72CA-D8A5E754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7CD5586-4E90-1500-DE50-979240D0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FC683F63-843C-FE9A-147D-B4E45C618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25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3DFA34C-7DA2-9E19-DA0A-ED3E1BEC2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07FCFB8-5CBF-42BA-4B27-2AAD70DA8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49024ED-D95A-FBB2-F2AD-E9C86654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65230E7-F5FF-6FB9-2883-3CB36AF6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B7E34E1-926E-5D51-8748-CAE9F977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916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213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03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015227E2-3E88-E838-A4E1-784AEA382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333257-585C-FA0B-A56E-400DE5C1F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1181369-6593-2542-25D9-AD216A6EE9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6DEFB-DF72-443C-97AF-7971475276A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1BC9D43-BE72-D744-B687-60E3BDC10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7C77DAF-4241-6060-4385-B4B76797C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2785A9-CEC9-45AB-B3B2-7E89D713F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2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file:///C:\github\PSConf.eu2026\talks\big-o-thinking\slides\big-o-graph.html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powershell/scripting/dev-cross-plat/performance/script-authoring-consideration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i="1"/>
              <a:t>Jonas Sommer Nielsen</a:t>
            </a:r>
            <a:endParaRPr lang="en-GB" b="1" i="1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>
            <a:normAutofit fontScale="90000"/>
          </a:bodyPr>
          <a:lstStyle/>
          <a:p>
            <a:pPr algn="ctr"/>
            <a:r>
              <a:rPr lang="en-US" sz="6000" b="1">
                <a:solidFill>
                  <a:srgbClr val="346296"/>
                </a:solidFill>
                <a:latin typeface="+mn-lt"/>
              </a:rPr>
              <a:t>Think Before You Loop: "Big O Thinking" for PowerShell </a:t>
            </a:r>
            <a:r>
              <a:rPr lang="en-US" sz="6000" b="1" err="1">
                <a:solidFill>
                  <a:srgbClr val="346296"/>
                </a:solidFill>
                <a:latin typeface="+mn-lt"/>
              </a:rPr>
              <a:t>devs</a:t>
            </a:r>
            <a:endParaRPr lang="en-DE" sz="6000" b="1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3816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&#10;&#10;Description générée automatiquement">
            <a:extLst>
              <a:ext uri="{FF2B5EF4-FFF2-40B4-BE49-F238E27FC236}">
                <a16:creationId xmlns:a16="http://schemas.microsoft.com/office/drawing/2014/main" id="{D6EF3E30-A220-8124-F085-E3DDA8853A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698669E0-72BE-3905-7047-E37F254465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6" name="Image 5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7D28B68-509E-BF02-8347-BD5B2E56B3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6B20C8F-B2CB-B1F9-8E7F-3897FE369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5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/>
              <a:t>PowerShell Summit 2015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2021 KMD - Cloud Architect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Aarhus, Denmark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 fontScale="90000"/>
          </a:bodyPr>
          <a:lstStyle/>
          <a:p>
            <a:r>
              <a:rPr lang="da-DK" sz="660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Jonas Sommer Nielsen</a:t>
            </a:r>
            <a:endParaRPr lang="en-DE" sz="6600">
              <a:solidFill>
                <a:srgbClr val="3B2A47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E8E943-25DD-DF1D-13BD-DE981AE000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32" y="210232"/>
            <a:ext cx="2880366" cy="28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99D278-4B69-6232-FA5A-71F505657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Think. Measure. Profile. </a:t>
            </a:r>
            <a:endParaRPr lang="da-DK"/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C5F3D44E-2053-471E-62E2-848AA18FC5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6017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6320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1F563E-2F49-5631-89CE-989AF649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/>
              <a:t>So, what is BIG O?</a:t>
            </a:r>
            <a:endParaRPr lang="da-DK"/>
          </a:p>
        </p:txBody>
      </p:sp>
      <p:graphicFrame>
        <p:nvGraphicFramePr>
          <p:cNvPr id="13" name="Content Placeholder 1">
            <a:extLst>
              <a:ext uri="{FF2B5EF4-FFF2-40B4-BE49-F238E27FC236}">
                <a16:creationId xmlns:a16="http://schemas.microsoft.com/office/drawing/2014/main" id="{DADA2EAA-057E-8B77-2BBE-B2D2FA6A1A0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88450137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D5991C-7C67-0123-E2D4-99FADB01C9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N = biggest number</a:t>
            </a:r>
          </a:p>
          <a:p>
            <a:pPr marL="0" indent="0">
              <a:buNone/>
            </a:pPr>
            <a:r>
              <a:rPr lang="en-US"/>
              <a:t>M = Other numbers?</a:t>
            </a:r>
          </a:p>
          <a:p>
            <a:pPr marL="0" indent="0">
              <a:buNone/>
            </a:pPr>
            <a:r>
              <a:rPr lang="en-US"/>
              <a:t>1  = Constants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We are looking for the worst case, so </a:t>
            </a:r>
            <a:r>
              <a:rPr lang="en-US" err="1"/>
              <a:t>thow</a:t>
            </a:r>
            <a:r>
              <a:rPr lang="en-US"/>
              <a:t> away everything but the biggest “number”</a:t>
            </a:r>
          </a:p>
        </p:txBody>
      </p:sp>
    </p:spTree>
    <p:extLst>
      <p:ext uri="{BB962C8B-B14F-4D97-AF65-F5344CB8AC3E}">
        <p14:creationId xmlns:p14="http://schemas.microsoft.com/office/powerpoint/2010/main" val="27253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7CCD839-0300-5FAD-7472-C60A8E88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Every loop inside a loop multiplies.</a:t>
            </a:r>
            <a:endParaRPr lang="da-DK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8CDF3F8-4836-45BC-4D47-29A7DBD73D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1052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158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/>
              <a:t>We love Demos!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903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D614E9-554F-42CF-059B-CDCC6067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da-DK"/>
              <a:t>Big O notation</a:t>
            </a:r>
          </a:p>
        </p:txBody>
      </p:sp>
      <p:pic>
        <p:nvPicPr>
          <p:cNvPr id="9" name="Content Placeholder 8">
            <a:hlinkClick r:id="rId2"/>
            <a:extLst>
              <a:ext uri="{FF2B5EF4-FFF2-40B4-BE49-F238E27FC236}">
                <a16:creationId xmlns:a16="http://schemas.microsoft.com/office/drawing/2014/main" id="{F6D1C032-FCC2-6E66-4C41-B270D27CE2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21945" y="1825625"/>
            <a:ext cx="4014109" cy="4351338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10B791E-CD5B-8700-4759-4093EB028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/>
              <a:t>O(1) </a:t>
            </a:r>
          </a:p>
          <a:p>
            <a:r>
              <a:rPr lang="en-US"/>
              <a:t>O(log n)</a:t>
            </a:r>
          </a:p>
          <a:p>
            <a:r>
              <a:rPr lang="en-US"/>
              <a:t>O(n)</a:t>
            </a:r>
          </a:p>
          <a:p>
            <a:r>
              <a:rPr lang="en-US"/>
              <a:t>O(n log n)</a:t>
            </a:r>
          </a:p>
          <a:p>
            <a:r>
              <a:rPr lang="en-US"/>
              <a:t>O(n</a:t>
            </a:r>
            <a:r>
              <a:rPr lang="en-US" baseline="30000"/>
              <a:t>2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480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65C1C2-EAC5-6106-926A-495607A67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13992"/>
          <a:stretch>
            <a:fillRect/>
          </a:stretch>
        </p:blipFill>
        <p:spPr>
          <a:xfrm>
            <a:off x="1076727" y="1214105"/>
            <a:ext cx="10038546" cy="550405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59369E-A0A0-0153-8F3F-5E93C7B5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</p:spPr>
        <p:txBody>
          <a:bodyPr anchor="ctr">
            <a:normAutofit/>
          </a:bodyPr>
          <a:lstStyle/>
          <a:p>
            <a:r>
              <a:rPr lang="da-DK"/>
              <a:t>What does Log n mean?</a:t>
            </a:r>
          </a:p>
        </p:txBody>
      </p:sp>
    </p:spTree>
    <p:extLst>
      <p:ext uri="{BB962C8B-B14F-4D97-AF65-F5344CB8AC3E}">
        <p14:creationId xmlns:p14="http://schemas.microsoft.com/office/powerpoint/2010/main" val="1293932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000960-A3F1-F9F8-C740-3F9788B6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/>
              <a:t>PowerShell scripting performance considerations</a:t>
            </a:r>
            <a:endParaRPr lang="en-US" kern="12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F8F4D6-7799-B97A-E80D-3EB168C9E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hlinkClick r:id="rId3"/>
              </a:rPr>
              <a:t>https://learn.microsoft.com/en-us/powershell/scripting/dev-cross-plat/performance/script-authoring-considerations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308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3943-A840-69FC-A2EC-9F0D4F4F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D5151D-23FB-3978-7CEE-4BFCCEFA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Think. Measure. Profile. </a:t>
            </a:r>
            <a:endParaRPr lang="da-DK"/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65D89587-DE28-B079-ADEB-99E275F2D98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9973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925" y="2270622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DA70DE-96E4-8558-C67F-5FA9B330E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988" y="600608"/>
            <a:ext cx="3800012" cy="380001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39228B5-8CBD-841B-BB98-4F7133B8B9E7}"/>
              </a:ext>
            </a:extLst>
          </p:cNvPr>
          <p:cNvSpPr txBox="1">
            <a:spLocks/>
          </p:cNvSpPr>
          <p:nvPr/>
        </p:nvSpPr>
        <p:spPr>
          <a:xfrm>
            <a:off x="4779644" y="215606"/>
            <a:ext cx="7591524" cy="6544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Please </a:t>
            </a:r>
            <a:r>
              <a:rPr lang="da-DK" dirty="0"/>
              <a:t>🙏</a:t>
            </a:r>
            <a:r>
              <a:rPr lang="en-GB" dirty="0"/>
              <a:t> GIVE ME FEEDBACK</a:t>
            </a:r>
          </a:p>
        </p:txBody>
      </p:sp>
      <p:pic>
        <p:nvPicPr>
          <p:cNvPr id="5" name="Graphique 5">
            <a:extLst>
              <a:ext uri="{FF2B5EF4-FFF2-40B4-BE49-F238E27FC236}">
                <a16:creationId xmlns:a16="http://schemas.microsoft.com/office/drawing/2014/main" id="{9C6A343C-60A1-BAC7-4BE6-627579E8A0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31080" y="1579649"/>
            <a:ext cx="1244326" cy="138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n>
                <a:noFill/>
                <a:prstDash val="dash"/>
              </a:ln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CD424B4-E900-F6B6-EAA3-A874A8F70DAC}"/>
              </a:ext>
            </a:extLst>
          </p:cNvPr>
          <p:cNvSpPr txBox="1"/>
          <p:nvPr/>
        </p:nvSpPr>
        <p:spPr>
          <a:xfrm>
            <a:off x="4049486" y="3380378"/>
            <a:ext cx="346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>
                <a:latin typeface="Acumin Pro Black" panose="020B0904020202020204" pitchFamily="34" charset="0"/>
              </a:rPr>
              <a:t>INSERT YOUR SESSION QRCODE HERE</a:t>
            </a: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083C76-8748-B2C4-1643-93A9AE742D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085" y="1433797"/>
            <a:ext cx="5129440" cy="512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E4261501795EB408DD46C133CCD36C7" ma:contentTypeVersion="11" ma:contentTypeDescription="Opret et nyt dokument." ma:contentTypeScope="" ma:versionID="3cabf59a4a5e6b224ae70d76f269ad7e">
  <xsd:schema xmlns:xsd="http://www.w3.org/2001/XMLSchema" xmlns:xs="http://www.w3.org/2001/XMLSchema" xmlns:p="http://schemas.microsoft.com/office/2006/metadata/properties" xmlns:ns3="731a5590-a7a5-48ba-8733-ff8d5d7f3529" xmlns:ns4="b1ca1ea7-aa62-4fe7-84c6-f694bd8b1988" targetNamespace="http://schemas.microsoft.com/office/2006/metadata/properties" ma:root="true" ma:fieldsID="8bd5e3110c1797ae56eab99d70db1ad3" ns3:_="" ns4:_="">
    <xsd:import namespace="731a5590-a7a5-48ba-8733-ff8d5d7f3529"/>
    <xsd:import namespace="b1ca1ea7-aa62-4fe7-84c6-f694bd8b198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DateTaken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1a5590-a7a5-48ba-8733-ff8d5d7f352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a1ea7-aa62-4fe7-84c6-f694bd8b19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1ca1ea7-aa62-4fe7-84c6-f694bd8b1988" xsi:nil="true"/>
  </documentManagement>
</p:properties>
</file>

<file path=customXml/itemProps1.xml><?xml version="1.0" encoding="utf-8"?>
<ds:datastoreItem xmlns:ds="http://schemas.openxmlformats.org/officeDocument/2006/customXml" ds:itemID="{34E74411-010B-4C94-9541-DE878A26F784}">
  <ds:schemaRefs>
    <ds:schemaRef ds:uri="731a5590-a7a5-48ba-8733-ff8d5d7f3529"/>
    <ds:schemaRef ds:uri="b1ca1ea7-aa62-4fe7-84c6-f694bd8b19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4F87F7F-8ABB-4444-9592-8AD8189E2B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624B8A-4B82-475E-9F83-4A7C837C6F9E}">
  <ds:schemaRefs>
    <ds:schemaRef ds:uri="b1ca1ea7-aa62-4fe7-84c6-f694bd8b1988"/>
    <ds:schemaRef ds:uri="http://schemas.microsoft.com/office/2006/metadata/properties"/>
    <ds:schemaRef ds:uri="731a5590-a7a5-48ba-8733-ff8d5d7f3529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</Words>
  <Application>Microsoft Office PowerPoint</Application>
  <PresentationFormat>Widescreen</PresentationFormat>
  <Paragraphs>54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Acumin Pro Black</vt:lpstr>
      <vt:lpstr>Aptos</vt:lpstr>
      <vt:lpstr>Aptos Display</vt:lpstr>
      <vt:lpstr>Arial</vt:lpstr>
      <vt:lpstr>Calibri</vt:lpstr>
      <vt:lpstr>Wingdings</vt:lpstr>
      <vt:lpstr>Office-tema</vt:lpstr>
      <vt:lpstr>Think Before You Loop: "Big O Thinking" for PowerShell devs</vt:lpstr>
      <vt:lpstr>Many thanks to our sponsors:</vt:lpstr>
      <vt:lpstr>Jonas Sommer Nielsen</vt:lpstr>
      <vt:lpstr>Think. Measure. Profile. </vt:lpstr>
      <vt:lpstr>So, what is BIG O?</vt:lpstr>
      <vt:lpstr>Every loop inside a loop multiplies.</vt:lpstr>
      <vt:lpstr>Demos</vt:lpstr>
      <vt:lpstr>Big O notation</vt:lpstr>
      <vt:lpstr>What does Log n mean?</vt:lpstr>
      <vt:lpstr>PowerShell scripting performance considerations</vt:lpstr>
      <vt:lpstr>Think. Measure. Profile.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2026-01-17T08:27:10Z</dcterms:created>
  <dcterms:modified xsi:type="dcterms:W3CDTF">2026-06-05T19:20:39Z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0x010100DE4261501795EB408DD46C133CCD36C7</vt:lpwstr>
  </property>
</Properties>
</file>