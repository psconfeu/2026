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97" r:id="rId4"/>
    <p:sldMasterId id="2147483702" r:id="rId5"/>
    <p:sldMasterId id="2147483695" r:id="rId6"/>
    <p:sldMasterId id="2147483684" r:id="rId7"/>
  </p:sldMasterIdLst>
  <p:notesMasterIdLst>
    <p:notesMasterId r:id="rId29"/>
  </p:notesMasterIdLst>
  <p:handoutMasterIdLst>
    <p:handoutMasterId r:id="rId30"/>
  </p:handoutMasterIdLst>
  <p:sldIdLst>
    <p:sldId id="310" r:id="rId8"/>
    <p:sldId id="268" r:id="rId9"/>
    <p:sldId id="269" r:id="rId10"/>
    <p:sldId id="262" r:id="rId11"/>
    <p:sldId id="278" r:id="rId12"/>
    <p:sldId id="275" r:id="rId13"/>
    <p:sldId id="277" r:id="rId14"/>
    <p:sldId id="281" r:id="rId15"/>
    <p:sldId id="303" r:id="rId16"/>
    <p:sldId id="304" r:id="rId17"/>
    <p:sldId id="305" r:id="rId18"/>
    <p:sldId id="318" r:id="rId19"/>
    <p:sldId id="306" r:id="rId20"/>
    <p:sldId id="312" r:id="rId21"/>
    <p:sldId id="293" r:id="rId22"/>
    <p:sldId id="294" r:id="rId23"/>
    <p:sldId id="313" r:id="rId24"/>
    <p:sldId id="314" r:id="rId25"/>
    <p:sldId id="315" r:id="rId26"/>
    <p:sldId id="316" r:id="rId27"/>
    <p:sldId id="30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A47"/>
    <a:srgbClr val="D9B877"/>
    <a:srgbClr val="346297"/>
    <a:srgbClr val="FFFFFF"/>
    <a:srgbClr val="000000"/>
    <a:srgbClr val="3B2B46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65CD80-B473-468F-901B-2BDA4120E491}" v="69" dt="2026-06-03T13:49:02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7" autoAdjust="0"/>
    <p:restoredTop sz="83585" autoAdjust="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outlineViewPr>
    <p:cViewPr>
      <p:scale>
        <a:sx n="33" d="100"/>
        <a:sy n="33" d="100"/>
      </p:scale>
      <p:origin x="0" y="-154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notesViewPr>
    <p:cSldViewPr snapToGrid="0">
      <p:cViewPr>
        <p:scale>
          <a:sx n="75" d="100"/>
          <a:sy n="75" d="100"/>
        </p:scale>
        <p:origin x="4092" y="8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960B-BFCC-F13A-87FF-EA8BAA2E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32FAE-40FD-C04E-0885-36BE0F0F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27A9-0126-C8D2-6E85-D71526D7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0: this slide will not automatically turned over. Show this BEFORE the </a:t>
            </a:r>
            <a:r>
              <a:rPr lang="en-US" dirty="0" err="1"/>
              <a:t>acutal</a:t>
            </a:r>
            <a:r>
              <a:rPr lang="en-US" dirty="0"/>
              <a:t> presentation starts.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63B8-2740-F607-0C69-26D0604E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9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1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41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962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45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89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9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478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07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EFB7-A912-B7E4-AB08-250A2B8B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B3FF6-E493-4E70-A480-2B8A5ADE9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41351-22DE-603F-F7DE-EC74D13C3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36919-722A-3A63-1E3C-4535273A2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469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98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C20E-25E5-A410-6F65-82044A8C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15E89-008F-441C-9462-1046AE6E9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DE49E-CDF2-F059-F614-A8DDF2986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514E-DC9B-1619-11DE-31EF2CA00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829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48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558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47B3-EF81-FD6A-7AE9-F3BA7EEC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BAD60-CA4C-A018-C516-8B6361A6C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CEF1E-4816-DC6C-4B30-670348368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578C5-F787-9572-F0C4-76CBC78D0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14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7FCA-FB7B-97D0-4119-048EA03D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B6D79-F3D7-5B18-7FD3-626991A78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FE8BD-DC70-7EF6-F0EA-E9ADE9C1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C167-DC50-4A54-6B1F-F0AF67923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792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CBD1E-6BA8-A278-B137-170116C8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52091-97B5-04F0-DF78-30F9D32C6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CE7DD-E281-2BC2-0036-D790EB0DD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0B952-FD7E-3DB7-7420-13414E998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95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454C-5726-8B44-6107-E8AEDD93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61AB0-DF85-6459-A847-1DE1BB12E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0DB71-6E4A-C601-260E-3DB287141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D7EAC-80ED-18EF-A21D-30E67196B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40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8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2" y="1840589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62493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29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0790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2" y="1840589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theme" Target="../theme/theme2.xml"/><Relationship Id="rId9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gif"/><Relationship Id="rId7" Type="http://schemas.openxmlformats.org/officeDocument/2006/relationships/image" Target="../media/image4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1.png"/><Relationship Id="rId18" Type="http://schemas.openxmlformats.org/officeDocument/2006/relationships/image" Target="../media/image7.svg"/><Relationship Id="rId3" Type="http://schemas.openxmlformats.org/officeDocument/2006/relationships/slideLayout" Target="../slideLayouts/slideLayout1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9.gif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3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10.svg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14250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8108" y="7153140"/>
            <a:ext cx="233674" cy="2336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9124" y="6388767"/>
            <a:ext cx="365126" cy="365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6BBD2-AFFB-AB37-4D72-2B05D057A7E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98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1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A36F729-23B6-837A-32C5-603090153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084461"/>
            <a:ext cx="12192000" cy="7620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14250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58108" y="7153140"/>
            <a:ext cx="233674" cy="2336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9124" y="6388767"/>
            <a:ext cx="365126" cy="365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6BBD2-AFFB-AB37-4D72-2B05D057A7E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98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43250EF-721D-6FE5-7510-8AB9415FDE3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6096000"/>
            <a:ext cx="12189631" cy="7620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217" y="7122833"/>
            <a:ext cx="342783" cy="350754"/>
          </a:xfrm>
          <a:prstGeom prst="rect">
            <a:avLst/>
          </a:prstGeom>
        </p:spPr>
      </p:pic>
      <p:pic>
        <p:nvPicPr>
          <p:cNvPr id="4" name="Graphique 7">
            <a:extLst>
              <a:ext uri="{FF2B5EF4-FFF2-40B4-BE49-F238E27FC236}">
                <a16:creationId xmlns:a16="http://schemas.microsoft.com/office/drawing/2014/main" id="{4AFD84EB-825F-DBF4-B9C0-420AB1263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6DF7CA-8F28-2C27-EBC8-C589FBC981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1201337-FFF7-4755-AEAF-7F9345F4D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2720D7-9A93-09EA-D3E2-FDFCD95BA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17" name="Grafik 16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F1EB9056-7487-39DC-8BDE-294705E52418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pic>
        <p:nvPicPr>
          <p:cNvPr id="6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D91D13-F8E6-A494-85EE-0DDFAA15EC7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AD88D06C-60C5-1690-CA57-3BD98DCFF27E}"/>
              </a:ext>
            </a:extLst>
          </p:cNvPr>
          <p:cNvSpPr txBox="1">
            <a:spLocks/>
          </p:cNvSpPr>
          <p:nvPr userDrawn="1"/>
        </p:nvSpPr>
        <p:spPr>
          <a:xfrm>
            <a:off x="7001787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20" name="Grafik 5">
            <a:extLst>
              <a:ext uri="{FF2B5EF4-FFF2-40B4-BE49-F238E27FC236}">
                <a16:creationId xmlns:a16="http://schemas.microsoft.com/office/drawing/2014/main" id="{F39A8197-8B74-5B5A-F2CF-6452424068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36661" y="6388767"/>
            <a:ext cx="365126" cy="365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5FDBA6-9DDC-60FC-54DF-A2A20D588D1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235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ynster9361.github.io/posts/LeastPrivilegedMSGraphSetu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18A-3A66-5913-7AF0-23FFEACF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605107-04B6-810E-29BC-B3881739DF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9146" y="702975"/>
            <a:ext cx="9732963" cy="1325563"/>
          </a:xfrm>
          <a:prstGeom prst="rect">
            <a:avLst/>
          </a:prstGeom>
        </p:spPr>
        <p:txBody>
          <a:bodyPr/>
          <a:lstStyle/>
          <a:p>
            <a:r>
              <a:rPr lang="en-US" sz="4000" dirty="0"/>
              <a:t>Your Graph Apps Are Over-Privileged —</a:t>
            </a:r>
            <a:br>
              <a:rPr lang="en-US" sz="4000" dirty="0"/>
            </a:br>
            <a:r>
              <a:rPr lang="en-US" sz="4000" dirty="0"/>
              <a:t>Let’s Fix That! </a:t>
            </a:r>
            <a:r>
              <a:rPr lang="en-GB" sz="4000" dirty="0"/>
              <a:t>/ Morten Mynster</a:t>
            </a:r>
            <a:endParaRPr lang="en-DE" dirty="0"/>
          </a:p>
        </p:txBody>
      </p:sp>
      <p:pic>
        <p:nvPicPr>
          <p:cNvPr id="3" name="Graphique 7">
            <a:extLst>
              <a:ext uri="{FF2B5EF4-FFF2-40B4-BE49-F238E27FC236}">
                <a16:creationId xmlns:a16="http://schemas.microsoft.com/office/drawing/2014/main" id="{F96F05BD-DE57-606B-9031-5A525C689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/>
          <p:nvPr/>
        </p:nvSpPr>
        <p:spPr>
          <a:xfrm>
            <a:off x="1089891" y="1810327"/>
            <a:ext cx="9873673" cy="3620655"/>
          </a:xfrm>
          <a:prstGeom prst="roundRect">
            <a:avLst/>
          </a:prstGeom>
          <a:noFill/>
          <a:ln>
            <a:solidFill>
              <a:srgbClr val="3B2A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44006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75D0F87-B486-6035-97F5-52F2EADC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DE" dirty="0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02745F31-65CC-F134-1317-A947672D12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0294"/>
            <a:ext cx="3302000" cy="3302000"/>
          </a:xfrm>
          <a:prstGeom prst="rect">
            <a:avLst/>
          </a:prstGeo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FD6628-AEFA-1303-0044-462871DB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77732" y="1825625"/>
            <a:ext cx="7475456" cy="4351338"/>
          </a:xfrm>
        </p:spPr>
        <p:txBody>
          <a:bodyPr>
            <a:normAutofit/>
          </a:bodyPr>
          <a:lstStyle/>
          <a:p>
            <a:r>
              <a:rPr lang="da-DK" sz="2000" dirty="0" err="1"/>
              <a:t>Name</a:t>
            </a:r>
            <a:r>
              <a:rPr lang="da-DK" sz="2000" dirty="0"/>
              <a:t> – Morten Mynster</a:t>
            </a:r>
          </a:p>
          <a:p>
            <a:endParaRPr lang="da-DK" sz="2000" dirty="0"/>
          </a:p>
          <a:p>
            <a:r>
              <a:rPr lang="da-DK" sz="2000" dirty="0" err="1"/>
              <a:t>Cybersecurity</a:t>
            </a:r>
            <a:r>
              <a:rPr lang="da-DK" sz="2000" dirty="0"/>
              <a:t> Consultant @ TDC Erhverv</a:t>
            </a:r>
          </a:p>
          <a:p>
            <a:endParaRPr lang="da-DK" sz="2000" dirty="0"/>
          </a:p>
          <a:p>
            <a:r>
              <a:rPr lang="da-DK" sz="2000" b="1" dirty="0" err="1"/>
              <a:t>LeastPrivilegedMSGraph</a:t>
            </a:r>
            <a:r>
              <a:rPr lang="da-DK" sz="2000" dirty="0"/>
              <a:t> - </a:t>
            </a:r>
            <a:r>
              <a:rPr lang="da-DK" sz="2000" dirty="0" err="1"/>
              <a:t>Creator</a:t>
            </a:r>
            <a:endParaRPr lang="da-DK" sz="2000" dirty="0"/>
          </a:p>
          <a:p>
            <a:r>
              <a:rPr lang="da-DK" sz="2000" dirty="0" err="1"/>
              <a:t>MSGraphPermissions</a:t>
            </a:r>
            <a:r>
              <a:rPr lang="da-DK" sz="2000" dirty="0"/>
              <a:t> - </a:t>
            </a:r>
            <a:r>
              <a:rPr lang="da-DK" sz="2000" dirty="0" err="1"/>
              <a:t>Creator</a:t>
            </a:r>
            <a:endParaRPr lang="da-DK" sz="2000" dirty="0"/>
          </a:p>
          <a:p>
            <a:r>
              <a:rPr lang="da-DK" sz="2000" dirty="0" err="1"/>
              <a:t>ActionableMessages</a:t>
            </a:r>
            <a:r>
              <a:rPr lang="da-DK" sz="2000" dirty="0"/>
              <a:t> – </a:t>
            </a:r>
            <a:r>
              <a:rPr lang="da-DK" sz="2000" dirty="0" err="1"/>
              <a:t>Creator</a:t>
            </a:r>
            <a:endParaRPr lang="da-DK" sz="2000" dirty="0"/>
          </a:p>
          <a:p>
            <a:r>
              <a:rPr lang="da-DK" sz="2000" dirty="0" err="1"/>
              <a:t>AndrewPlaClips</a:t>
            </a:r>
            <a:r>
              <a:rPr lang="da-DK" sz="2000" dirty="0"/>
              <a:t> - </a:t>
            </a:r>
            <a:r>
              <a:rPr lang="da-DK" sz="2000" dirty="0" err="1"/>
              <a:t>Creator</a:t>
            </a:r>
            <a:endParaRPr lang="da-DK" sz="2000" dirty="0"/>
          </a:p>
          <a:p>
            <a:r>
              <a:rPr lang="da-DK" sz="2000" dirty="0" err="1"/>
              <a:t>Maester</a:t>
            </a:r>
            <a:r>
              <a:rPr lang="da-DK" sz="2000" dirty="0"/>
              <a:t> - </a:t>
            </a:r>
            <a:r>
              <a:rPr lang="da-DK" sz="2000" dirty="0" err="1"/>
              <a:t>Contributor</a:t>
            </a:r>
            <a:endParaRPr lang="da-DK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A22762-ED71-0E10-48DE-CC22224E02D6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27D71-D6E3-95FE-97C5-9FE1009782A6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51E642-33B9-9D0A-E02C-E6543E675F0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DFC0F-D205-A251-A66F-1F38DA4FCE3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19103-B649-D3A3-E46F-9F582C130168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83135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6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el 1">
            <a:extLst>
              <a:ext uri="{FF2B5EF4-FFF2-40B4-BE49-F238E27FC236}">
                <a16:creationId xmlns:a16="http://schemas.microsoft.com/office/drawing/2014/main" id="{C60D50DB-4B58-2E8D-4013-486290C4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</p:spPr>
        <p:txBody>
          <a:bodyPr/>
          <a:lstStyle/>
          <a:p>
            <a:r>
              <a:rPr lang="en-US" dirty="0"/>
              <a:t>What we are talking about</a:t>
            </a:r>
            <a:endParaRPr lang="en-DE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26B67A-2E2D-80A5-0BF5-E8FD8E78638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FA08018-404E-69C8-E6B3-BD09B610DB1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4AE8EE-E0BC-EE4E-8760-D4C05F2888F0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0E9925-5FA8-FBB7-C118-1A73E078CEE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AAAF6DA-023E-9EA8-A4C0-3861D7CC62B4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A80795-987C-C1BE-6DA6-155FC26B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FD39D-3BB2-C375-A895-378B10949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05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46680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F8504-5E64-81CC-A46D-F76242C8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dirty="0" err="1"/>
              <a:t>Prerequisite</a:t>
            </a:r>
            <a:r>
              <a:rPr lang="fr-FR" dirty="0"/>
              <a:t> 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D0B029-F099-8180-FAC1-A2C81D2F4AF7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4EFE65-F154-4875-3AF5-DFDEB259DEF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88D5C8-6697-A958-21D6-05DE28E57D7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60455C-135A-AD44-1CA1-9A4DD90DDC4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3B1F4-B9D0-DCFA-DCD2-205CD608A3FE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8CB9699F-296C-87BA-7FA1-F11D1A3D7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Step by step guide available here:</a:t>
            </a:r>
            <a:br>
              <a:rPr lang="da-DK" dirty="0"/>
            </a:br>
            <a:r>
              <a:rPr lang="da-DK" dirty="0">
                <a:hlinkClick r:id="rId3"/>
              </a:rPr>
              <a:t>https://mynster9361.github.io/posts/LeastPrivilegedMSGraphSetup/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DCE503-58C8-8359-8B75-AEBE50769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12192000" cy="254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80850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should you audit </a:t>
            </a:r>
            <a:r>
              <a:rPr lang="en-US" dirty="0" err="1"/>
              <a:t>sp</a:t>
            </a:r>
            <a:r>
              <a:rPr lang="en-US" dirty="0"/>
              <a:t>/mi permissions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Cloud integrations is only getting bigger.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Permission sprawl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Legacy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D05C-2503-3A6A-3DE3-B55D7F229DBF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6C0790-57BF-00E5-1B4E-0DE6854F9D2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618B6-E7DD-4DF4-A91E-F5A3C9834FF9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8478B-CB6A-4790-6C53-B1D2FE93626F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991D4-DBB9-7935-39EB-F801733FD4BA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85919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would you do audit </a:t>
            </a:r>
            <a:r>
              <a:rPr lang="en-US" dirty="0" err="1"/>
              <a:t>sp</a:t>
            </a:r>
            <a:r>
              <a:rPr lang="en-US" dirty="0"/>
              <a:t>/mi permissions?</a:t>
            </a:r>
            <a:endParaRPr lang="en-DE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E6E12486-F6D1-D70B-5A10-24F391A44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035" y="1825625"/>
            <a:ext cx="5299929" cy="435133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97E27-EAE0-02DC-EC7B-7885B302FD3A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B8E529-B55F-6354-3F0C-124168D08F4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764E4E-CBB9-06A7-7F9D-89F997F77D2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965FD7-2C0D-036C-36C2-1186FA33FCA4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75961-367C-4939-47F9-4E3A4C5A0637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795278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272B44-4998-5785-910A-1DDAC948D50D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AC196B-F7DB-4FCE-BB0B-334976486FAC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5447C-E4CA-ED17-88DB-5B45087C6A43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733167-B884-2D99-977A-391744B86C1E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694B5-281A-9A2A-7404-C4414FFAE962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CE4049-33A5-4677-751E-9D152C23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Lets take a look at how my module can assist</a:t>
            </a:r>
            <a:endParaRPr lang="en-DK" dirty="0"/>
          </a:p>
        </p:txBody>
      </p:sp>
      <p:pic>
        <p:nvPicPr>
          <p:cNvPr id="3" name="Pladsholder til indhold 2">
            <a:extLst>
              <a:ext uri="{FF2B5EF4-FFF2-40B4-BE49-F238E27FC236}">
                <a16:creationId xmlns:a16="http://schemas.microsoft.com/office/drawing/2014/main" id="{FC45416F-C188-E817-BAF5-561C8F6B9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386" y="1690688"/>
            <a:ext cx="5230940" cy="4539447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EAD7312E-4E51-D22A-1BF5-6B76FAE5B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14" y="1668476"/>
            <a:ext cx="5519186" cy="45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47329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few commands and you can have your own report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C4A66-A27A-F99C-D4D5-DE704ECEA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8419"/>
            <a:ext cx="12192000" cy="24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03524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DDFF22-49E7-1805-C6BE-C8D07AD9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4360"/>
            <a:ext cx="10116962" cy="3048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D93506-C2B4-4035-ABBB-5C1EB1ECA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62259"/>
            <a:ext cx="8726118" cy="1743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667A53-FC31-EEC3-0A03-7674B6604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897823"/>
            <a:ext cx="9948746" cy="3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5889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68D4C-9B0C-F0EB-D06F-A9686D3D6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87190"/>
            <a:ext cx="7830643" cy="4763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DBF2A4-633C-9D16-D329-8967D6BF4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49981"/>
            <a:ext cx="12192000" cy="2657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8E83A-38DD-2ED1-A0F9-32E73C14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</p:spPr>
        <p:txBody>
          <a:bodyPr/>
          <a:lstStyle/>
          <a:p>
            <a:r>
              <a:rPr lang="en-US" dirty="0"/>
              <a:t>Graph permission assignments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07178668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9630A0-85E8-2CDB-2577-18EDEC1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7151"/>
            <a:ext cx="10936226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5CCD87-82AB-5822-2C0B-EE0A5142B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71366"/>
            <a:ext cx="6573167" cy="185763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A32F770-C846-C50F-5585-8F6FD365F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</p:spPr>
        <p:txBody>
          <a:bodyPr/>
          <a:lstStyle/>
          <a:p>
            <a:r>
              <a:rPr lang="en-US" dirty="0"/>
              <a:t>Activity data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35420693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02F2-BCBB-3F06-BFDB-3B571FDBE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5825B9-3AEC-AD9B-5701-518A5545E588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182B5C-3EA9-28B9-7127-4EFA19295398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119F92-534A-C4E4-F402-5F5A958A9F8E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93C6B4-C3A0-A69F-E319-0C1FEBF1D75B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04B195C-8E0B-5922-FA92-B0AF657F850E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1B777D-0C37-E3EE-0935-DC4FE121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Throttling</a:t>
            </a:r>
            <a:endParaRPr lang="en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45203F-3AB5-673A-CCDB-350AC7E82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B444D1-B115-6AAD-803F-2E3F83F7A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78" y="3168799"/>
            <a:ext cx="8026385" cy="2938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46B70-6D40-8C48-01F5-50E8CA897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78" y="1709702"/>
            <a:ext cx="8097380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47482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6D6F5-2A3F-3395-CBC5-FB9BE9408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4963"/>
            <a:ext cx="12192000" cy="45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2695BF-8873-C8E9-35B1-A107BCC2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0" y="471484"/>
            <a:ext cx="10779512" cy="56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64889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AF91-7BED-CA1E-5FF2-77B8A42B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2173C-17F4-575E-3E2A-70CB3CB3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view of the report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8BE18C-AEF2-7154-4796-D45B1685C63E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FD65C7-8CC7-88D3-395A-8988842F988A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F9AACA-69CA-21DB-3DAC-5BF8995FF5AF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8EAD54-6E07-5F91-D927-E6D96B9B774B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D613BB1-DCD9-CE55-4A2D-D01DD3BB0E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DA44DC03-FEF6-277A-E23C-36866401E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1EE54D89-9425-CCE0-FFB5-FF70E7DE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4"/>
            <a:ext cx="12192000" cy="5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01851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view of the report</a:t>
            </a: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B26908-398A-485D-37DB-CD4F2200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28ABD046-42BE-D681-77D9-5419D9FDB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4"/>
            <a:ext cx="12192000" cy="58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60542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B0C6B55-ED0E-9723-7B73-2EF205730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566"/>
            <a:ext cx="12192000" cy="613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0626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A20B-80EA-844F-A448-CDBAAD69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4F2B42-CC14-43B7-2472-2F957CBA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C16D6C-CEE0-53D6-1F74-224A0A44E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ED8987-1015-54C6-7E31-BDDFDEADD49C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4204E0-FBE8-7895-3471-0BC3CB14FA6E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1D1D81-04F0-1B18-E25A-6C99879BB4E8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2E9879-B1E3-2144-7908-D137B0841DC1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9DA783-4F68-94E9-B792-E8D7CFEED8D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14AA70-4D8C-D048-E48F-F011FA585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885"/>
            <a:ext cx="12192000" cy="618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90675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44F9-7DEF-ADB4-404C-5A643727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96D8F-2AD4-D2A0-1E48-A4A51C10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A8616-ABEB-4CDD-E245-0E079FAD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813915-B162-CBE8-F82D-6DD9A0ABEF24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6B4368-5029-2832-4EBF-26BE9A3DE4D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794754-FBB2-D0A3-6708-2F5279557C9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9E3106-0FC3-C454-48C1-6BA3B60E0B1E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3965C-FBA2-AC20-DA2F-E9A424417C7C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54568-78ED-F87D-9EF0-A3A6C4E6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370"/>
            <a:ext cx="12192000" cy="619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81937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2BF1-A1DD-622D-7B84-C30A021A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8D196-6C6B-8270-B026-AAFC7101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2877E0-A1F1-5A37-996A-ADC5481E8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834B09-051A-BAF5-3339-1378DF545B9B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2C53C6-77B7-3E10-1302-5CF152E97D09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09842A-A0DB-B67C-D79B-FEDE4EA43242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30BD48-FB68-80F7-959A-9A7B5FA755FB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B5C186A-E635-7523-C327-178F4264F79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79394-506D-7252-695F-48C5D0FFF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370"/>
            <a:ext cx="12192000" cy="619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26499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CA7B-B603-BCA9-79A8-7549EA33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ADC5E-1F2C-C707-D03E-CF13278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E1FD36-0964-DF46-26C4-8D55F9C4A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E60F7E-209D-AFA5-EE70-674712DCB759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C66348-A247-F950-7998-1F149737151C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98D094-20B1-B271-F192-203C5FE1B0C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436C2E-69E2-402A-C785-E7326C2233C4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1A646-7283-CEE2-9355-5A43246D6B4A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9EADA-F071-9947-BEEB-C7240552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073"/>
            <a:ext cx="12192000" cy="618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64127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up next?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8CA025-2899-7001-74B7-B340948F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0296"/>
            <a:ext cx="12192000" cy="466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88294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peaker's slide with anim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8589F8BC841C44B4C255C7117A35AC" ma:contentTypeVersion="10" ma:contentTypeDescription="Opret et nyt dokument." ma:contentTypeScope="" ma:versionID="2b33c881faf2e72bbd5cf833c28e8aa5">
  <xsd:schema xmlns:xsd="http://www.w3.org/2001/XMLSchema" xmlns:xs="http://www.w3.org/2001/XMLSchema" xmlns:p="http://schemas.microsoft.com/office/2006/metadata/properties" xmlns:ns3="843834ff-44cc-49ba-bcd8-e5fda3ad2cb1" targetNamespace="http://schemas.microsoft.com/office/2006/metadata/properties" ma:root="true" ma:fieldsID="ecddcfd1b8b8e961c30c48603a7b5fb5" ns3:_="">
    <xsd:import namespace="843834ff-44cc-49ba-bcd8-e5fda3ad2cb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834ff-44cc-49ba-bcd8-e5fda3ad2cb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3834ff-44cc-49ba-bcd8-e5fda3ad2cb1" xsi:nil="true"/>
  </documentManagement>
</p:properties>
</file>

<file path=customXml/itemProps1.xml><?xml version="1.0" encoding="utf-8"?>
<ds:datastoreItem xmlns:ds="http://schemas.openxmlformats.org/officeDocument/2006/customXml" ds:itemID="{B0F5DFCC-05D9-4E07-BF44-82EA3B3AA4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3834ff-44cc-49ba-bcd8-e5fda3ad2c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196247-65D5-4027-B7C3-64C9C69E22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0F856-E0CD-4A2C-A155-D3BD9FB3054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843834ff-44cc-49ba-bcd8-e5fda3ad2cb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a2ad7ee-b4ab-4b3f-8730-aaa97fec7d59}" enabled="1" method="Standard" siteId="{c95a25de-f20a-4216-bc84-99694442c1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69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Segoe UI Light</vt:lpstr>
      <vt:lpstr>Stencil</vt:lpstr>
      <vt:lpstr>Wingdings</vt:lpstr>
      <vt:lpstr>Blank</vt:lpstr>
      <vt:lpstr>Speaker's slide</vt:lpstr>
      <vt:lpstr>Speaker's slide with animation</vt:lpstr>
      <vt:lpstr>Content</vt:lpstr>
      <vt:lpstr>Your Graph Apps Are Over-Privileged — Let’s Fix That! / Morten Mynster</vt:lpstr>
      <vt:lpstr>Who am I?</vt:lpstr>
      <vt:lpstr>What we are talking about</vt:lpstr>
      <vt:lpstr>Prerequisite </vt:lpstr>
      <vt:lpstr>Why should you audit sp/mi permissions</vt:lpstr>
      <vt:lpstr>How would you do audit sp/mi permissions?</vt:lpstr>
      <vt:lpstr>Lets take a look at how my module can assist</vt:lpstr>
      <vt:lpstr>A few commands and you can have your own report</vt:lpstr>
      <vt:lpstr>PowerPoint Presentation</vt:lpstr>
      <vt:lpstr>Graph permission assignments</vt:lpstr>
      <vt:lpstr>Activity data</vt:lpstr>
      <vt:lpstr>Throttling</vt:lpstr>
      <vt:lpstr>PowerPoint Presentation</vt:lpstr>
      <vt:lpstr>Initial view of the report</vt:lpstr>
      <vt:lpstr>Initial view of the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What’s up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2026-03-05T16:36:45Z</dcterms:created>
  <dcterms:modified xsi:type="dcterms:W3CDTF">2026-06-03T13:57:58Z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0x010100EF8589F8BC841C44B4C255C7117A35AC</vt:lpwstr>
  </property>
  <property fmtid="{D5CDD505-2E9C-101B-9397-08002B2CF9AE}" pid="3" name="MediaServiceImageTags">
    <vt:lpwstr/>
  </property>
</Properties>
</file>