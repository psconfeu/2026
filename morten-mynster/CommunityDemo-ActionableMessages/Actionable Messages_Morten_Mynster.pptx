
<file path=[Content_Types].xml><?xml version="1.0" encoding="utf-8"?>
<Types xmlns="http://schemas.openxmlformats.org/package/2006/content-types">
  <Default Extension="gif" ContentType="image/gi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697" r:id="rId4"/>
    <p:sldMasterId id="2147483702" r:id="rId5"/>
    <p:sldMasterId id="2147483695" r:id="rId6"/>
    <p:sldMasterId id="2147483684" r:id="rId7"/>
  </p:sldMasterIdLst>
  <p:notesMasterIdLst>
    <p:notesMasterId r:id="rId15"/>
  </p:notesMasterIdLst>
  <p:handoutMasterIdLst>
    <p:handoutMasterId r:id="rId16"/>
  </p:handoutMasterIdLst>
  <p:sldIdLst>
    <p:sldId id="310" r:id="rId8"/>
    <p:sldId id="268" r:id="rId9"/>
    <p:sldId id="311" r:id="rId10"/>
    <p:sldId id="312" r:id="rId11"/>
    <p:sldId id="313" r:id="rId12"/>
    <p:sldId id="314" r:id="rId13"/>
    <p:sldId id="31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2A47"/>
    <a:srgbClr val="D9B877"/>
    <a:srgbClr val="346297"/>
    <a:srgbClr val="FFFFFF"/>
    <a:srgbClr val="000000"/>
    <a:srgbClr val="3B2B46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156C94-C2A6-4DDA-83B5-47EBA65AE97E}" v="8" dt="2026-06-04T10:40:04.4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3585" autoAdjust="0"/>
  </p:normalViewPr>
  <p:slideViewPr>
    <p:cSldViewPr snapToGrid="0">
      <p:cViewPr varScale="1">
        <p:scale>
          <a:sx n="59" d="100"/>
          <a:sy n="59" d="100"/>
        </p:scale>
        <p:origin x="384" y="28"/>
      </p:cViewPr>
      <p:guideLst/>
    </p:cSldViewPr>
  </p:slideViewPr>
  <p:outlineViewPr>
    <p:cViewPr>
      <p:scale>
        <a:sx n="33" d="100"/>
        <a:sy n="33" d="100"/>
      </p:scale>
      <p:origin x="0" y="-1542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-1158"/>
    </p:cViewPr>
  </p:sorterViewPr>
  <p:notesViewPr>
    <p:cSldViewPr snapToGrid="0">
      <p:cViewPr>
        <p:scale>
          <a:sx n="75" d="100"/>
          <a:sy n="75" d="100"/>
        </p:scale>
        <p:origin x="4092" y="8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04/06/2026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E960B-BFCC-F13A-87FF-EA8BAA2E2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32FAE-40FD-C04E-0885-36BE0F0FD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D27A9-0126-C8D2-6E85-D71526D79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0: this slide will not automatically turned over. Show this BEFORE the </a:t>
            </a:r>
            <a:r>
              <a:rPr lang="en-US" dirty="0" err="1"/>
              <a:t>acutal</a:t>
            </a:r>
            <a:r>
              <a:rPr lang="en-US" dirty="0"/>
              <a:t> presentation starts.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F63B8-2740-F607-0C69-26D0604E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0193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6310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7B42D-EF59-539D-1A55-16F7B8133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1BC9FE-13CA-37C2-9DDE-3905AB05B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B93B9-D8A1-6731-C89E-00E382380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A4ACB-8FF8-8A45-38A1-6FB16A5BD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6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2" y="1840589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62493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294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80790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2" y="1840589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sv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1" Type="http://schemas.openxmlformats.org/officeDocument/2006/relationships/image" Target="../media/image7.svg"/><Relationship Id="rId5" Type="http://schemas.openxmlformats.org/officeDocument/2006/relationships/image" Target="../media/image1.png"/><Relationship Id="rId10" Type="http://schemas.openxmlformats.org/officeDocument/2006/relationships/image" Target="../media/image6.svg"/><Relationship Id="rId4" Type="http://schemas.openxmlformats.org/officeDocument/2006/relationships/theme" Target="../theme/theme2.xml"/><Relationship Id="rId9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1.png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4.sv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3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14250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8108" y="7153140"/>
            <a:ext cx="233674" cy="2336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49124" y="6388767"/>
            <a:ext cx="365126" cy="365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6BBD2-AFFB-AB37-4D72-2B05D057A7E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98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10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2" name="Image 1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EC42AD5F-B6B5-8DD5-EE15-B684945B572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475" y="7036060"/>
            <a:ext cx="342783" cy="3507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8BDD72-13E1-4604-4FCB-EEE5920FF3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6441D7-7489-D337-4AC4-6B48BB130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8" name="Grafik 7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5DC0A073-DDE4-2D81-225C-AA65C350E82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80B8DC59-A021-243B-77D7-2B3D0A98464E}"/>
              </a:ext>
            </a:extLst>
          </p:cNvPr>
          <p:cNvSpPr txBox="1"/>
          <p:nvPr userDrawn="1"/>
        </p:nvSpPr>
        <p:spPr>
          <a:xfrm>
            <a:off x="5787896" y="7738421"/>
            <a:ext cx="2949048" cy="369332"/>
          </a:xfrm>
          <a:prstGeom prst="rect">
            <a:avLst/>
          </a:prstGeom>
          <a:solidFill>
            <a:schemeClr val="bg1">
              <a:alpha val="48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46297"/>
                </a:solidFill>
              </a:rPr>
              <a:t>Choose your favorite service!</a:t>
            </a:r>
            <a:endParaRPr lang="en-DE">
              <a:solidFill>
                <a:srgbClr val="346297"/>
              </a:solidFill>
            </a:endParaRP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7FB76F69-B688-7DF6-E76B-4171727289AC}"/>
              </a:ext>
            </a:extLst>
          </p:cNvPr>
          <p:cNvSpPr txBox="1">
            <a:spLocks/>
          </p:cNvSpPr>
          <p:nvPr userDrawn="1"/>
        </p:nvSpPr>
        <p:spPr>
          <a:xfrm>
            <a:off x="7014250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12" name="Graphique 23">
            <a:extLst>
              <a:ext uri="{FF2B5EF4-FFF2-40B4-BE49-F238E27FC236}">
                <a16:creationId xmlns:a16="http://schemas.microsoft.com/office/drawing/2014/main" id="{672DAEE1-9F10-79C6-99E9-BDFBC3D172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8108" y="7153140"/>
            <a:ext cx="233674" cy="2336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0F21527-BE75-4B12-2B2C-320F9FE4A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49124" y="6388767"/>
            <a:ext cx="365126" cy="365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E6BBD2-AFFB-AB37-4D72-2B05D057A7E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698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8841" y="187029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Image 10" descr="Une image contenant capture d’écran, ligne, Graphique, Bleu électrique&#10;&#10;Description générée automatiquement">
            <a:extLst>
              <a:ext uri="{FF2B5EF4-FFF2-40B4-BE49-F238E27FC236}">
                <a16:creationId xmlns:a16="http://schemas.microsoft.com/office/drawing/2014/main" id="{8F580B04-0A71-F403-17DA-BF3F734827E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217" y="7122833"/>
            <a:ext cx="342783" cy="350754"/>
          </a:xfrm>
          <a:prstGeom prst="rect">
            <a:avLst/>
          </a:prstGeom>
        </p:spPr>
      </p:pic>
      <p:pic>
        <p:nvPicPr>
          <p:cNvPr id="4" name="Graphique 7">
            <a:extLst>
              <a:ext uri="{FF2B5EF4-FFF2-40B4-BE49-F238E27FC236}">
                <a16:creationId xmlns:a16="http://schemas.microsoft.com/office/drawing/2014/main" id="{4AFD84EB-825F-DBF4-B9C0-420AB1263E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46DF7CA-8F28-2C27-EBC8-C589FBC981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3043" y="7041064"/>
            <a:ext cx="599377" cy="5294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1201337-FFF7-4755-AEAF-7F9345F4D0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61568" y="7017000"/>
            <a:ext cx="528418" cy="56501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BC2720D7-9A93-09EA-D3E2-FDFCD95BAB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60092" y="7015702"/>
            <a:ext cx="565019" cy="565019"/>
          </a:xfrm>
          <a:prstGeom prst="rect">
            <a:avLst/>
          </a:prstGeom>
        </p:spPr>
      </p:pic>
      <p:pic>
        <p:nvPicPr>
          <p:cNvPr id="17" name="Grafik 16" descr="Ein Bild, das Schmetterling, Nachtfalter und Schmetterlinge, Kreativität enthält.&#10;&#10;KI-generierte Inhalte können fehlerhaft sein.">
            <a:extLst>
              <a:ext uri="{FF2B5EF4-FFF2-40B4-BE49-F238E27FC236}">
                <a16:creationId xmlns:a16="http://schemas.microsoft.com/office/drawing/2014/main" id="{F1EB9056-7487-39DC-8BDE-294705E52418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666" y="7036060"/>
            <a:ext cx="597460" cy="524301"/>
          </a:xfrm>
          <a:prstGeom prst="rect">
            <a:avLst/>
          </a:prstGeom>
        </p:spPr>
      </p:pic>
      <p:pic>
        <p:nvPicPr>
          <p:cNvPr id="6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85D91D13-F8E6-A494-85EE-0DDFAA15EC73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AD88D06C-60C5-1690-CA57-3BD98DCFF27E}"/>
              </a:ext>
            </a:extLst>
          </p:cNvPr>
          <p:cNvSpPr txBox="1">
            <a:spLocks/>
          </p:cNvSpPr>
          <p:nvPr userDrawn="1"/>
        </p:nvSpPr>
        <p:spPr>
          <a:xfrm>
            <a:off x="7001787" y="6394266"/>
            <a:ext cx="382095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46296"/>
                </a:solidFill>
              </a:rPr>
              <a:t>@mortenmynster /         mynster9361</a:t>
            </a:r>
          </a:p>
          <a:p>
            <a:endParaRPr lang="en-GB" b="1" dirty="0">
              <a:solidFill>
                <a:srgbClr val="346296"/>
              </a:solidFill>
            </a:endParaRPr>
          </a:p>
        </p:txBody>
      </p:sp>
      <p:pic>
        <p:nvPicPr>
          <p:cNvPr id="20" name="Grafik 5">
            <a:extLst>
              <a:ext uri="{FF2B5EF4-FFF2-40B4-BE49-F238E27FC236}">
                <a16:creationId xmlns:a16="http://schemas.microsoft.com/office/drawing/2014/main" id="{F39A8197-8B74-5B5A-F2CF-6452424068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36661" y="6388767"/>
            <a:ext cx="365126" cy="36512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5FDBA6-9DDC-60FC-54DF-A2A20D588D19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235" y="6388767"/>
            <a:ext cx="365126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fif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EA18A-3A66-5913-7AF0-23FFEACF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3605107-04B6-810E-29BC-B3881739DF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69146" y="702975"/>
            <a:ext cx="9732963" cy="1325563"/>
          </a:xfrm>
          <a:prstGeom prst="rect">
            <a:avLst/>
          </a:prstGeom>
        </p:spPr>
        <p:txBody>
          <a:bodyPr/>
          <a:lstStyle/>
          <a:p>
            <a:r>
              <a:rPr lang="en-US" sz="4000" dirty="0"/>
              <a:t>Adaptive Cards in Outlook Sent from PowerShell </a:t>
            </a:r>
            <a:r>
              <a:rPr lang="en-GB" sz="4000" dirty="0"/>
              <a:t>/ Morten Mynster</a:t>
            </a:r>
            <a:endParaRPr lang="en-DE" dirty="0"/>
          </a:p>
        </p:txBody>
      </p:sp>
      <p:pic>
        <p:nvPicPr>
          <p:cNvPr id="3" name="Graphique 7">
            <a:extLst>
              <a:ext uri="{FF2B5EF4-FFF2-40B4-BE49-F238E27FC236}">
                <a16:creationId xmlns:a16="http://schemas.microsoft.com/office/drawing/2014/main" id="{F96F05BD-DE57-606B-9031-5A525C689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028538"/>
            <a:ext cx="8666978" cy="3146276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A627D4D1-E365-89E0-56F5-889712402ABA}"/>
              </a:ext>
            </a:extLst>
          </p:cNvPr>
          <p:cNvSpPr/>
          <p:nvPr/>
        </p:nvSpPr>
        <p:spPr>
          <a:xfrm>
            <a:off x="1089891" y="1810327"/>
            <a:ext cx="9873673" cy="3620655"/>
          </a:xfrm>
          <a:prstGeom prst="roundRect">
            <a:avLst/>
          </a:prstGeom>
          <a:noFill/>
          <a:ln>
            <a:solidFill>
              <a:srgbClr val="3B2A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440062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975D0F87-B486-6035-97F5-52F2EADC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Actionable Message</a:t>
            </a:r>
            <a:endParaRPr lang="en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EFD6628-AEFA-1303-0044-462871DB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77732" y="1825625"/>
            <a:ext cx="7475456" cy="4351338"/>
          </a:xfrm>
        </p:spPr>
        <p:txBody>
          <a:bodyPr>
            <a:normAutofit/>
          </a:bodyPr>
          <a:lstStyle/>
          <a:p>
            <a:endParaRPr lang="da-DK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5A22762-ED71-0E10-48DE-CC22224E02D6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C927D71-D6E3-95FE-97C5-9FE1009782A6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51E642-33B9-9D0A-E02C-E6543E675F07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DFC0F-D205-A251-A66F-1F38DA4FCE3A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9719103-B649-D3A3-E46F-9F582C130168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E92E4D-3E25-9840-E8AC-C073ED435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29E782-4E63-5301-E593-508A88591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48" y="1724024"/>
            <a:ext cx="7897733" cy="277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83135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6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F10E-3D84-5849-CE17-E7D13455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4EA581D-0B07-5BE8-65E9-4C5D2EC7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Actionable Message</a:t>
            </a:r>
            <a:endParaRPr lang="en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A8CD750-6267-02B0-B261-73B9A248B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77732" y="1825625"/>
            <a:ext cx="7475456" cy="4351338"/>
          </a:xfrm>
        </p:spPr>
        <p:txBody>
          <a:bodyPr>
            <a:normAutofit/>
          </a:bodyPr>
          <a:lstStyle/>
          <a:p>
            <a:endParaRPr lang="da-DK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6CA8F0B-77BC-188D-36F0-A1F6945FF392}"/>
              </a:ext>
            </a:extLst>
          </p:cNvPr>
          <p:cNvCxnSpPr>
            <a:cxnSpLocks/>
          </p:cNvCxnSpPr>
          <p:nvPr/>
        </p:nvCxnSpPr>
        <p:spPr>
          <a:xfrm>
            <a:off x="106860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A595DC-07D5-51D4-E5DA-EC1CDF820078}"/>
              </a:ext>
            </a:extLst>
          </p:cNvPr>
          <p:cNvCxnSpPr>
            <a:cxnSpLocks/>
          </p:cNvCxnSpPr>
          <p:nvPr/>
        </p:nvCxnSpPr>
        <p:spPr>
          <a:xfrm flipH="1">
            <a:off x="107938" y="6386515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883F7A-A4E8-DFE8-0419-3D26375A2418}"/>
              </a:ext>
            </a:extLst>
          </p:cNvPr>
          <p:cNvCxnSpPr>
            <a:cxnSpLocks/>
          </p:cNvCxnSpPr>
          <p:nvPr/>
        </p:nvCxnSpPr>
        <p:spPr>
          <a:xfrm flipH="1">
            <a:off x="107938" y="6677027"/>
            <a:ext cx="622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AD34A2-18FE-0121-6850-13A342A87569}"/>
              </a:ext>
            </a:extLst>
          </p:cNvPr>
          <p:cNvCxnSpPr>
            <a:cxnSpLocks/>
          </p:cNvCxnSpPr>
          <p:nvPr/>
        </p:nvCxnSpPr>
        <p:spPr>
          <a:xfrm>
            <a:off x="730748" y="6386515"/>
            <a:ext cx="0" cy="290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4CC47CC-05D9-673C-1A44-343EF0FC5973}"/>
              </a:ext>
            </a:extLst>
          </p:cNvPr>
          <p:cNvSpPr/>
          <p:nvPr/>
        </p:nvSpPr>
        <p:spPr>
          <a:xfrm>
            <a:off x="106860" y="6353179"/>
            <a:ext cx="623888" cy="3571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fld id="{374128B7-3C42-446A-A314-DA3A8CC72AAE}" type="slidenum">
              <a:rPr lang="en-GB" sz="1200" smtClean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</a:t>
            </a:fld>
            <a:r>
              <a:rPr lang="en-GB" sz="120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/ 20</a:t>
            </a:r>
            <a:endParaRPr lang="en-DE" sz="1200">
              <a:solidFill>
                <a:srgbClr val="346296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DEE4CC-EC73-0130-70C4-40A49DDCA2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1AF184-C2B5-B172-8A0C-AEB8185BD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31" y="1491369"/>
            <a:ext cx="8585406" cy="468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84405"/>
      </p:ext>
    </p:extLst>
  </p:cSld>
  <p:clrMapOvr>
    <a:masterClrMapping/>
  </p:clrMapOvr>
  <p:transition spd="slow" advClick="0" advTm="20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6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6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CD102F-A1AE-0399-B8D2-3C844C2E6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5210" y="687927"/>
            <a:ext cx="7561580" cy="54821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24F8D-BC1A-7B09-6913-86736B911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413685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0A953F0-0865-B353-086F-B2A07CDEF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Deprecation</a:t>
            </a:r>
            <a:endParaRPr lang="da-D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EBC2F6-C68C-EFC5-F600-DD96F8F9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3829E-A5E5-CC13-0A97-1B69750E6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59" y="1870295"/>
            <a:ext cx="9455636" cy="32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78912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1D8C5-6766-D047-C0F1-BC1249CD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4685F6-63E9-67AC-57D5-D4AF44649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2143" y="433272"/>
            <a:ext cx="1812290" cy="5856508"/>
          </a:xfrm>
        </p:spPr>
        <p:txBody>
          <a:bodyPr vert="vert">
            <a:normAutofit/>
          </a:bodyPr>
          <a:lstStyle/>
          <a:p>
            <a:r>
              <a:rPr lang="da-DK" dirty="0" err="1"/>
              <a:t>Deprecation</a:t>
            </a:r>
            <a:r>
              <a:rPr lang="da-DK" dirty="0"/>
              <a:t> old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E59C06-3A3F-F963-19AC-32F881417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39" y="636367"/>
            <a:ext cx="7920990" cy="5653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48B2EA-73F2-13E6-8520-584759F29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429" y="3296209"/>
            <a:ext cx="2993571" cy="299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0766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44E8-DA1D-711D-A06F-0785BCE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Find </a:t>
            </a:r>
            <a:r>
              <a:rPr lang="da-DK" dirty="0" err="1"/>
              <a:t>me</a:t>
            </a:r>
            <a:endParaRPr lang="da-DK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AD1DB7-D077-7CE1-EDB6-088616D2C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577" y="206829"/>
            <a:ext cx="5488903" cy="6052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8E7A90-9C65-C886-9A3F-5E43996CF8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30" y="2471057"/>
            <a:ext cx="4180114" cy="41801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C4B1E0-5C82-177C-995C-072D784E2E26}"/>
              </a:ext>
            </a:extLst>
          </p:cNvPr>
          <p:cNvSpPr txBox="1"/>
          <p:nvPr/>
        </p:nvSpPr>
        <p:spPr>
          <a:xfrm>
            <a:off x="1232968" y="2055558"/>
            <a:ext cx="3744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4800" b="1" dirty="0">
                <a:latin typeface="+mj-lt"/>
              </a:rPr>
              <a:t>BLOG</a:t>
            </a:r>
            <a:r>
              <a:rPr lang="da-DK" sz="36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4309876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peaker's slide with anim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F8589F8BC841C44B4C255C7117A35AC" ma:contentTypeVersion="10" ma:contentTypeDescription="Opret et nyt dokument." ma:contentTypeScope="" ma:versionID="2b33c881faf2e72bbd5cf833c28e8aa5">
  <xsd:schema xmlns:xsd="http://www.w3.org/2001/XMLSchema" xmlns:xs="http://www.w3.org/2001/XMLSchema" xmlns:p="http://schemas.microsoft.com/office/2006/metadata/properties" xmlns:ns3="843834ff-44cc-49ba-bcd8-e5fda3ad2cb1" targetNamespace="http://schemas.microsoft.com/office/2006/metadata/properties" ma:root="true" ma:fieldsID="ecddcfd1b8b8e961c30c48603a7b5fb5" ns3:_="">
    <xsd:import namespace="843834ff-44cc-49ba-bcd8-e5fda3ad2cb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834ff-44cc-49ba-bcd8-e5fda3ad2cb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3834ff-44cc-49ba-bcd8-e5fda3ad2cb1" xsi:nil="true"/>
  </documentManagement>
</p:properties>
</file>

<file path=customXml/itemProps1.xml><?xml version="1.0" encoding="utf-8"?>
<ds:datastoreItem xmlns:ds="http://schemas.openxmlformats.org/officeDocument/2006/customXml" ds:itemID="{E3196247-65D5-4027-B7C3-64C9C69E22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F5DFCC-05D9-4E07-BF44-82EA3B3AA4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3834ff-44cc-49ba-bcd8-e5fda3ad2c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60F856-E0CD-4A2C-A155-D3BD9FB3054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843834ff-44cc-49ba-bcd8-e5fda3ad2cb1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a2ad7ee-b4ab-4b3f-8730-aaa97fec7d59}" enabled="1" method="Standard" siteId="{c95a25de-f20a-4216-bc84-99694442c1b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Widescreen</PresentationFormat>
  <Paragraphs>14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Segoe UI Light</vt:lpstr>
      <vt:lpstr>Stencil</vt:lpstr>
      <vt:lpstr>Wingdings</vt:lpstr>
      <vt:lpstr>Blank</vt:lpstr>
      <vt:lpstr>Speaker's slide</vt:lpstr>
      <vt:lpstr>Speaker's slide with animation</vt:lpstr>
      <vt:lpstr>Content</vt:lpstr>
      <vt:lpstr>Adaptive Cards in Outlook Sent from PowerShell / Morten Mynster</vt:lpstr>
      <vt:lpstr>What is an Actionable Message</vt:lpstr>
      <vt:lpstr>What is an Actionable Message</vt:lpstr>
      <vt:lpstr>DEMO</vt:lpstr>
      <vt:lpstr>Deprecation</vt:lpstr>
      <vt:lpstr>Deprecation old</vt:lpstr>
      <vt:lpstr>Find 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2026-03-05T16:36:45Z</dcterms:created>
  <dcterms:modified xsi:type="dcterms:W3CDTF">2026-06-04T10:42:34Z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0x010100EF8589F8BC841C44B4C255C7117A35AC</vt:lpwstr>
  </property>
  <property fmtid="{D5CDD505-2E9C-101B-9397-08002B2CF9AE}" pid="3" name="MediaServiceImageTags">
    <vt:lpwstr/>
  </property>
</Properties>
</file>