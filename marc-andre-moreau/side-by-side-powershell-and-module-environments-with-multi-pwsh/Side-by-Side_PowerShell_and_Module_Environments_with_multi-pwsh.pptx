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3.xml" ContentType="application/vnd.openxmlformats-officedocument.theme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7" r:id="rId4"/>
    <p:sldMasterId id="2147483695" r:id="rId5"/>
    <p:sldMasterId id="2147483684" r:id="rId6"/>
    <p:sldMasterId id="2147483702" r:id="rId7"/>
    <p:sldMasterId id="2147483706" r:id="rId8"/>
  </p:sldMasterIdLst>
  <p:notesMasterIdLst>
    <p:notesMasterId r:id="rId24"/>
  </p:notesMasterIdLst>
  <p:handoutMasterIdLst>
    <p:handoutMasterId r:id="rId25"/>
  </p:handoutMasterIdLst>
  <p:sldIdLst>
    <p:sldId id="335" r:id="rId9"/>
    <p:sldId id="259" r:id="rId10"/>
    <p:sldId id="269" r:id="rId11"/>
    <p:sldId id="270" r:id="rId12"/>
    <p:sldId id="278" r:id="rId13"/>
    <p:sldId id="336" r:id="rId14"/>
    <p:sldId id="281" r:id="rId15"/>
    <p:sldId id="344" r:id="rId16"/>
    <p:sldId id="341" r:id="rId17"/>
    <p:sldId id="347" r:id="rId18"/>
    <p:sldId id="338" r:id="rId19"/>
    <p:sldId id="333" r:id="rId20"/>
    <p:sldId id="339" r:id="rId21"/>
    <p:sldId id="340" r:id="rId22"/>
    <p:sldId id="265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the session" id="{9248E0E9-B469-42C5-B521-34DBB63F9E0C}">
          <p14:sldIdLst>
            <p14:sldId id="335"/>
            <p14:sldId id="259"/>
            <p14:sldId id="269"/>
            <p14:sldId id="270"/>
            <p14:sldId id="278"/>
            <p14:sldId id="336"/>
          </p14:sldIdLst>
        </p14:section>
        <p14:section name="The session" id="{9BCE8471-468A-4538-82B3-E4E62B0A593E}">
          <p14:sldIdLst>
            <p14:sldId id="281"/>
            <p14:sldId id="344"/>
            <p14:sldId id="341"/>
            <p14:sldId id="347"/>
            <p14:sldId id="338"/>
            <p14:sldId id="333"/>
            <p14:sldId id="339"/>
            <p14:sldId id="340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4ED"/>
    <a:srgbClr val="3B2A47"/>
    <a:srgbClr val="3B2B46"/>
    <a:srgbClr val="346297"/>
    <a:srgbClr val="000000"/>
    <a:srgbClr val="FFFFFF"/>
    <a:srgbClr val="346296"/>
    <a:srgbClr val="E646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9F6629-FB7E-4180-83BA-C2405E89371C}" v="7" dt="2026-06-02T12:28:18.1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-André Moreau" userId="d5052b6c-3fb4-48de-8d13-16e608076a66" providerId="ADAL" clId="{7FA9D3C6-CB25-4AFE-8721-EA4978261136}"/>
    <pc:docChg chg="undo custSel addSld delSld modSld sldOrd delMainMaster modSection">
      <pc:chgData name="Marc-André Moreau" userId="d5052b6c-3fb4-48de-8d13-16e608076a66" providerId="ADAL" clId="{7FA9D3C6-CB25-4AFE-8721-EA4978261136}" dt="2026-06-02T13:23:34.730" v="376" actId="2696"/>
      <pc:docMkLst>
        <pc:docMk/>
      </pc:docMkLst>
      <pc:sldChg chg="del">
        <pc:chgData name="Marc-André Moreau" userId="d5052b6c-3fb4-48de-8d13-16e608076a66" providerId="ADAL" clId="{7FA9D3C6-CB25-4AFE-8721-EA4978261136}" dt="2026-06-02T12:30:03.148" v="369" actId="47"/>
        <pc:sldMkLst>
          <pc:docMk/>
          <pc:sldMk cId="867313588" sldId="328"/>
        </pc:sldMkLst>
      </pc:sldChg>
      <pc:sldChg chg="ord">
        <pc:chgData name="Marc-André Moreau" userId="d5052b6c-3fb4-48de-8d13-16e608076a66" providerId="ADAL" clId="{7FA9D3C6-CB25-4AFE-8721-EA4978261136}" dt="2026-06-02T12:30:06.953" v="371"/>
        <pc:sldMkLst>
          <pc:docMk/>
          <pc:sldMk cId="268776023" sldId="333"/>
        </pc:sldMkLst>
      </pc:sldChg>
      <pc:sldChg chg="add">
        <pc:chgData name="Marc-André Moreau" userId="d5052b6c-3fb4-48de-8d13-16e608076a66" providerId="ADAL" clId="{7FA9D3C6-CB25-4AFE-8721-EA4978261136}" dt="2026-05-10T12:36:44.098" v="0"/>
        <pc:sldMkLst>
          <pc:docMk/>
          <pc:sldMk cId="2096280553" sldId="336"/>
        </pc:sldMkLst>
      </pc:sldChg>
      <pc:sldChg chg="modSp add mod ord">
        <pc:chgData name="Marc-André Moreau" userId="d5052b6c-3fb4-48de-8d13-16e608076a66" providerId="ADAL" clId="{7FA9D3C6-CB25-4AFE-8721-EA4978261136}" dt="2026-06-02T12:30:01.327" v="368"/>
        <pc:sldMkLst>
          <pc:docMk/>
          <pc:sldMk cId="837959728" sldId="338"/>
        </pc:sldMkLst>
        <pc:spChg chg="mod">
          <ac:chgData name="Marc-André Moreau" userId="d5052b6c-3fb4-48de-8d13-16e608076a66" providerId="ADAL" clId="{7FA9D3C6-CB25-4AFE-8721-EA4978261136}" dt="2026-06-02T12:29:40.146" v="366" actId="20577"/>
          <ac:spMkLst>
            <pc:docMk/>
            <pc:sldMk cId="837959728" sldId="338"/>
            <ac:spMk id="4" creationId="{2B167248-C99C-E892-89E1-4CBB81F02F90}"/>
          </ac:spMkLst>
        </pc:spChg>
        <pc:spChg chg="mod">
          <ac:chgData name="Marc-André Moreau" userId="d5052b6c-3fb4-48de-8d13-16e608076a66" providerId="ADAL" clId="{7FA9D3C6-CB25-4AFE-8721-EA4978261136}" dt="2026-06-02T12:29:27.796" v="322" actId="20577"/>
          <ac:spMkLst>
            <pc:docMk/>
            <pc:sldMk cId="837959728" sldId="338"/>
            <ac:spMk id="5" creationId="{2CACAFC7-78CB-98F9-FEF3-D3E8C9FF6E6F}"/>
          </ac:spMkLst>
        </pc:spChg>
        <pc:spChg chg="mod">
          <ac:chgData name="Marc-André Moreau" userId="d5052b6c-3fb4-48de-8d13-16e608076a66" providerId="ADAL" clId="{7FA9D3C6-CB25-4AFE-8721-EA4978261136}" dt="2026-05-31T08:20:58.198" v="7"/>
          <ac:spMkLst>
            <pc:docMk/>
            <pc:sldMk cId="837959728" sldId="338"/>
            <ac:spMk id="1001" creationId="{00000000-0000-0000-0000-000000000000}"/>
          </ac:spMkLst>
        </pc:spChg>
        <pc:spChg chg="mod">
          <ac:chgData name="Marc-André Moreau" userId="d5052b6c-3fb4-48de-8d13-16e608076a66" providerId="ADAL" clId="{7FA9D3C6-CB25-4AFE-8721-EA4978261136}" dt="2026-05-31T08:20:58.199" v="9"/>
          <ac:spMkLst>
            <pc:docMk/>
            <pc:sldMk cId="837959728" sldId="338"/>
            <ac:spMk id="1002" creationId="{00000000-0000-0000-0000-000000000000}"/>
          </ac:spMkLst>
        </pc:spChg>
      </pc:sldChg>
      <pc:sldChg chg="modSp add mod">
        <pc:chgData name="Marc-André Moreau" userId="d5052b6c-3fb4-48de-8d13-16e608076a66" providerId="ADAL" clId="{7FA9D3C6-CB25-4AFE-8721-EA4978261136}" dt="2026-05-31T08:34:43.151" v="15"/>
        <pc:sldMkLst>
          <pc:docMk/>
          <pc:sldMk cId="2489564338" sldId="339"/>
        </pc:sldMkLst>
        <pc:spChg chg="mod">
          <ac:chgData name="Marc-André Moreau" userId="d5052b6c-3fb4-48de-8d13-16e608076a66" providerId="ADAL" clId="{7FA9D3C6-CB25-4AFE-8721-EA4978261136}" dt="2026-05-31T08:34:43.151" v="15"/>
          <ac:spMkLst>
            <pc:docMk/>
            <pc:sldMk cId="2489564338" sldId="339"/>
            <ac:spMk id="1003" creationId="{00000000-0000-0000-0000-000000000000}"/>
          </ac:spMkLst>
        </pc:spChg>
      </pc:sldChg>
      <pc:sldChg chg="add">
        <pc:chgData name="Marc-André Moreau" userId="d5052b6c-3fb4-48de-8d13-16e608076a66" providerId="ADAL" clId="{7FA9D3C6-CB25-4AFE-8721-EA4978261136}" dt="2026-05-31T08:34:17.908" v="12"/>
        <pc:sldMkLst>
          <pc:docMk/>
          <pc:sldMk cId="1933304972" sldId="340"/>
        </pc:sldMkLst>
      </pc:sldChg>
      <pc:sldChg chg="add">
        <pc:chgData name="Marc-André Moreau" userId="d5052b6c-3fb4-48de-8d13-16e608076a66" providerId="ADAL" clId="{7FA9D3C6-CB25-4AFE-8721-EA4978261136}" dt="2026-05-31T21:19:28.660" v="16" actId="2890"/>
        <pc:sldMkLst>
          <pc:docMk/>
          <pc:sldMk cId="3238872685" sldId="341"/>
        </pc:sldMkLst>
      </pc:sldChg>
      <pc:sldChg chg="modSp add mod">
        <pc:chgData name="Marc-André Moreau" userId="d5052b6c-3fb4-48de-8d13-16e608076a66" providerId="ADAL" clId="{7FA9D3C6-CB25-4AFE-8721-EA4978261136}" dt="2026-05-31T21:51:18.378" v="305" actId="20577"/>
        <pc:sldMkLst>
          <pc:docMk/>
          <pc:sldMk cId="3278541440" sldId="344"/>
        </pc:sldMkLst>
        <pc:spChg chg="mod">
          <ac:chgData name="Marc-André Moreau" userId="d5052b6c-3fb4-48de-8d13-16e608076a66" providerId="ADAL" clId="{7FA9D3C6-CB25-4AFE-8721-EA4978261136}" dt="2026-05-31T21:51:18.378" v="305" actId="20577"/>
          <ac:spMkLst>
            <pc:docMk/>
            <pc:sldMk cId="3278541440" sldId="344"/>
            <ac:spMk id="9" creationId="{E7CEB798-2678-3C2B-557A-F8052ECF13F7}"/>
          </ac:spMkLst>
        </pc:spChg>
      </pc:sldChg>
      <pc:sldChg chg="new del">
        <pc:chgData name="Marc-André Moreau" userId="d5052b6c-3fb4-48de-8d13-16e608076a66" providerId="ADAL" clId="{7FA9D3C6-CB25-4AFE-8721-EA4978261136}" dt="2026-06-02T12:21:57.351" v="308"/>
        <pc:sldMkLst>
          <pc:docMk/>
          <pc:sldMk cId="2680436471" sldId="345"/>
        </pc:sldMkLst>
      </pc:sldChg>
      <pc:sldChg chg="add del ord">
        <pc:chgData name="Marc-André Moreau" userId="d5052b6c-3fb4-48de-8d13-16e608076a66" providerId="ADAL" clId="{7FA9D3C6-CB25-4AFE-8721-EA4978261136}" dt="2026-06-02T12:24:09.379" v="312"/>
        <pc:sldMkLst>
          <pc:docMk/>
          <pc:sldMk cId="2192683109" sldId="346"/>
        </pc:sldMkLst>
      </pc:sldChg>
      <pc:sldChg chg="add">
        <pc:chgData name="Marc-André Moreau" userId="d5052b6c-3fb4-48de-8d13-16e608076a66" providerId="ADAL" clId="{7FA9D3C6-CB25-4AFE-8721-EA4978261136}" dt="2026-06-02T12:24:09.374" v="311"/>
        <pc:sldMkLst>
          <pc:docMk/>
          <pc:sldMk cId="4187659628" sldId="347"/>
        </pc:sldMkLst>
      </pc:sldChg>
      <pc:sldChg chg="addSp delSp modSp add del mod">
        <pc:chgData name="Marc-André Moreau" userId="d5052b6c-3fb4-48de-8d13-16e608076a66" providerId="ADAL" clId="{7FA9D3C6-CB25-4AFE-8721-EA4978261136}" dt="2026-06-02T13:23:34.730" v="376" actId="2696"/>
        <pc:sldMkLst>
          <pc:docMk/>
          <pc:sldMk cId="168375564" sldId="348"/>
        </pc:sldMkLst>
        <pc:spChg chg="del">
          <ac:chgData name="Marc-André Moreau" userId="d5052b6c-3fb4-48de-8d13-16e608076a66" providerId="ADAL" clId="{7FA9D3C6-CB25-4AFE-8721-EA4978261136}" dt="2026-06-02T12:58:26.118" v="373" actId="478"/>
          <ac:spMkLst>
            <pc:docMk/>
            <pc:sldMk cId="168375564" sldId="348"/>
            <ac:spMk id="2" creationId="{84798938-B333-A473-AD81-E23F379D0CFF}"/>
          </ac:spMkLst>
        </pc:spChg>
        <pc:spChg chg="del">
          <ac:chgData name="Marc-André Moreau" userId="d5052b6c-3fb4-48de-8d13-16e608076a66" providerId="ADAL" clId="{7FA9D3C6-CB25-4AFE-8721-EA4978261136}" dt="2026-06-02T12:58:33.252" v="375" actId="478"/>
          <ac:spMkLst>
            <pc:docMk/>
            <pc:sldMk cId="168375564" sldId="348"/>
            <ac:spMk id="3" creationId="{3739A017-E6B7-79AA-2922-2F6BC9F0AC32}"/>
          </ac:spMkLst>
        </pc:spChg>
        <pc:spChg chg="add del mod">
          <ac:chgData name="Marc-André Moreau" userId="d5052b6c-3fb4-48de-8d13-16e608076a66" providerId="ADAL" clId="{7FA9D3C6-CB25-4AFE-8721-EA4978261136}" dt="2026-06-02T12:58:28.530" v="374" actId="478"/>
          <ac:spMkLst>
            <pc:docMk/>
            <pc:sldMk cId="168375564" sldId="348"/>
            <ac:spMk id="5" creationId="{2F94D76F-9D57-72C7-33EC-E8DF2B22C6E9}"/>
          </ac:spMkLst>
        </pc:spChg>
        <pc:spChg chg="add mod">
          <ac:chgData name="Marc-André Moreau" userId="d5052b6c-3fb4-48de-8d13-16e608076a66" providerId="ADAL" clId="{7FA9D3C6-CB25-4AFE-8721-EA4978261136}" dt="2026-06-02T12:58:33.252" v="375" actId="478"/>
          <ac:spMkLst>
            <pc:docMk/>
            <pc:sldMk cId="168375564" sldId="348"/>
            <ac:spMk id="7" creationId="{BDD6119B-5D4D-F216-6296-0C5DEF66743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ABDC4E67-8CB2-26CB-9842-22F9A691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E31EB5F-53B0-CDA3-72A4-3FA9BE40D0E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440670-43D7-400A-ABC5-B69E064DBB37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0EB1E06-E4F0-A1A2-1EFB-AD58FA1AF7A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061963-6110-4C16-C593-C8C56E4881C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274045-2E90-4839-9E75-1C1FCF04B5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01830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1B03A4-75C9-4E3D-9183-2102CA9AEC3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839206-A81D-4F76-8486-302187992F7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07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0269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8534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273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67267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839206-A81D-4F76-8486-302187992F73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960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ack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3416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blue">
    <p:bg>
      <p:bgPr>
        <a:solidFill>
          <a:srgbClr val="3462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6150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1666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565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FF0C1-723F-8331-7203-2AD1CA3085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00EBD9-8D5A-98D4-BC92-CE5E1C7560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723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3D202-8931-7832-6C93-86B82B686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BBC0C-D418-7F75-653D-7BD01A94CB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2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93987-4D9C-734A-F0DD-FA7C5E5BF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8C8F2A-06F7-926F-11A3-0E18B5E012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4760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9D26B-2105-B752-1559-A5E7E3580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CB2030-5E24-3C76-AF6E-BEABDB29D9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0EF88D-DEBE-FA6D-7C2B-49DE203B9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302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0F04B-2070-B32A-26F9-689ACEB17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972153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351C8F-389D-6D1D-529E-8F7B5D256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7AB8FD-3AC0-420A-CD1A-4BB2C4DEB2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E0881B-0B39-A9CB-08B8-7FA6C0D98A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27CCB1-27F7-D503-AC18-183950FAE8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728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4D49-1A5A-DFCF-8CA7-93B2889E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019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047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1FA22-F0C4-1510-0E4C-953C802C4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6368D-1D41-F3F9-3D07-85EFF2CFB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3765E-1500-5380-7D29-9BED9AFAFC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641347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19606-9316-A7A0-65BC-635A494F0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637042-5D0D-C650-5659-376D12BF8F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EF090A-47F3-1576-D5A3-105EE33762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74897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3B042-3840-06BB-E1DF-E9094D819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CC1C5E-7112-083E-8A66-4B30A4DD3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364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44C786-AD10-7D88-1933-9D7659D25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Your bio</a:t>
            </a:r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1BA7B894-6BCA-2B29-BA04-8AAB1735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3" y="324853"/>
            <a:ext cx="788648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Speaker’s name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3374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0342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sv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image" Target="../media/image3.svg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10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image" Target="../media/image4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.sv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427B60B6-58D4-7B9F-C29A-CE66AF93F596}"/>
              </a:ext>
            </a:extLst>
          </p:cNvPr>
          <p:cNvSpPr txBox="1">
            <a:spLocks/>
          </p:cNvSpPr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5000">
                <a:latin typeface="Stencil" panose="040409050D0802020404" pitchFamily="82" charset="0"/>
              </a:rPr>
              <a:t> 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8877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>
                <a:solidFill>
                  <a:srgbClr val="3B2B46"/>
                </a:solidFill>
              </a:rPr>
              <a:t>@yourfavoritesocmedhandle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1B01AB94-EEA2-3211-2551-34A16625A107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57010D-0C09-8FBA-F719-A4ED7C3F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C054D6-CB61-3142-2199-DDEA2FD483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6122872C-58E4-4D8E-43AD-82C6D51A6C2A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@awakecoding.com</a:t>
            </a:r>
          </a:p>
        </p:txBody>
      </p:sp>
      <p:pic>
        <p:nvPicPr>
          <p:cNvPr id="8" name="Graphique 7">
            <a:extLst>
              <a:ext uri="{FF2B5EF4-FFF2-40B4-BE49-F238E27FC236}">
                <a16:creationId xmlns:a16="http://schemas.microsoft.com/office/drawing/2014/main" id="{59BD5C5E-FB1B-A32E-1927-AB6A3C9A666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822738" y="196674"/>
            <a:ext cx="1062038" cy="904875"/>
          </a:xfrm>
          <a:prstGeom prst="rect">
            <a:avLst/>
          </a:prstGeom>
        </p:spPr>
      </p:pic>
      <p:pic>
        <p:nvPicPr>
          <p:cNvPr id="12" name="Image 11" descr="Une image contenant Police, Graphique, capture d’écran, graphisme&#10;&#10;Le contenu généré par l’IA peut être incorrect.">
            <a:extLst>
              <a:ext uri="{FF2B5EF4-FFF2-40B4-BE49-F238E27FC236}">
                <a16:creationId xmlns:a16="http://schemas.microsoft.com/office/drawing/2014/main" id="{9DA822DC-EA6F-C834-636F-0CFA0983C12B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716" y="1147469"/>
            <a:ext cx="1169451" cy="376843"/>
          </a:xfrm>
          <a:prstGeom prst="rect">
            <a:avLst/>
          </a:prstGeom>
        </p:spPr>
      </p:pic>
      <p:pic>
        <p:nvPicPr>
          <p:cNvPr id="15" name="Graphique 14">
            <a:extLst>
              <a:ext uri="{FF2B5EF4-FFF2-40B4-BE49-F238E27FC236}">
                <a16:creationId xmlns:a16="http://schemas.microsoft.com/office/drawing/2014/main" id="{E16A90F8-D789-E1FC-28F1-B2BFBC4CC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36662" y="6335963"/>
            <a:ext cx="365125" cy="365125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426EC41D-2CB6-0B12-C26A-46F016046178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4" name="Graphique 23">
            <a:extLst>
              <a:ext uri="{FF2B5EF4-FFF2-40B4-BE49-F238E27FC236}">
                <a16:creationId xmlns:a16="http://schemas.microsoft.com/office/drawing/2014/main" id="{14057C36-7CA7-EB30-FD33-9F60CDAC50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699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1" kern="120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§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3200" kern="1200">
          <a:solidFill>
            <a:srgbClr val="346297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&#10;&#10;Description générée automatiquement">
            <a:extLst>
              <a:ext uri="{FF2B5EF4-FFF2-40B4-BE49-F238E27FC236}">
                <a16:creationId xmlns:a16="http://schemas.microsoft.com/office/drawing/2014/main" id="{E6A8F4F5-7628-E9E8-23A7-09169C6794F7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9" y="0"/>
            <a:ext cx="12189631" cy="6858000"/>
          </a:xfrm>
          <a:prstGeom prst="rect">
            <a:avLst/>
          </a:prstGeom>
        </p:spPr>
      </p:pic>
      <p:sp>
        <p:nvSpPr>
          <p:cNvPr id="3" name="Espace réservé du numéro de diapositive 5">
            <a:extLst>
              <a:ext uri="{FF2B5EF4-FFF2-40B4-BE49-F238E27FC236}">
                <a16:creationId xmlns:a16="http://schemas.microsoft.com/office/drawing/2014/main" id="{FC40251A-A850-BFFB-8B10-8DF9490B82FC}"/>
              </a:ext>
            </a:extLst>
          </p:cNvPr>
          <p:cNvSpPr txBox="1">
            <a:spLocks/>
          </p:cNvSpPr>
          <p:nvPr userDrawn="1"/>
        </p:nvSpPr>
        <p:spPr>
          <a:xfrm>
            <a:off x="7001786" y="6335963"/>
            <a:ext cx="3056613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>
                <a:solidFill>
                  <a:srgbClr val="3B2B46"/>
                </a:solidFill>
              </a:rPr>
              <a:t>@awakecoding.com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B4BA6D3-5703-2B33-8381-A6B521E4EF59}"/>
              </a:ext>
            </a:extLst>
          </p:cNvPr>
          <p:cNvSpPr/>
          <p:nvPr userDrawn="1"/>
        </p:nvSpPr>
        <p:spPr>
          <a:xfrm>
            <a:off x="6636662" y="6335963"/>
            <a:ext cx="365125" cy="522037"/>
          </a:xfrm>
          <a:prstGeom prst="rect">
            <a:avLst/>
          </a:prstGeom>
          <a:solidFill>
            <a:srgbClr val="3B2A4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Graphique 4">
            <a:extLst>
              <a:ext uri="{FF2B5EF4-FFF2-40B4-BE49-F238E27FC236}">
                <a16:creationId xmlns:a16="http://schemas.microsoft.com/office/drawing/2014/main" id="{5940FBC8-A0C6-2B5F-1902-D32A817C99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02387" y="6400644"/>
            <a:ext cx="233674" cy="23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31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GB" sz="5400" b="1" kern="1200" dirty="0">
          <a:solidFill>
            <a:srgbClr val="3B2B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n-GB" sz="3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Une image contenant texte&#10;&#10;Description générée automatiquement">
            <a:extLst>
              <a:ext uri="{FF2B5EF4-FFF2-40B4-BE49-F238E27FC236}">
                <a16:creationId xmlns:a16="http://schemas.microsoft.com/office/drawing/2014/main" id="{46B6AA1A-3151-3AC2-83FB-1C6A4D626CE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" y="0"/>
            <a:ext cx="12189631" cy="68580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E38E8CAF-D224-9556-511F-8D65E9383F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591" y="137310"/>
            <a:ext cx="4166241" cy="1426795"/>
          </a:xfrm>
          <a:prstGeom prst="rect">
            <a:avLst/>
          </a:prstGeom>
        </p:spPr>
      </p:pic>
      <p:pic>
        <p:nvPicPr>
          <p:cNvPr id="8" name="Image 7" descr="Une image contenant Police, Graphique, typographie, graphisme&#10;&#10;Le contenu généré par l’IA peut être incorrect.">
            <a:extLst>
              <a:ext uri="{FF2B5EF4-FFF2-40B4-BE49-F238E27FC236}">
                <a16:creationId xmlns:a16="http://schemas.microsoft.com/office/drawing/2014/main" id="{B287398A-20D9-4E87-9997-CB57AB2CCEE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00" y="6074646"/>
            <a:ext cx="2471121" cy="37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92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512BD2B3-5213-AE89-B245-3E2067844782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latin typeface="Segoe UI" panose="020B0502040204020203" pitchFamily="34" charset="0"/>
                <a:cs typeface="Segoe UI" panose="020B0502040204020203" pitchFamily="34" charset="0"/>
              </a:rPr>
              <a:t>Marc-André Moreau</a:t>
            </a:r>
          </a:p>
        </p:txBody>
      </p:sp>
      <p:cxnSp>
        <p:nvCxnSpPr>
          <p:cNvPr id="4" name="Connecteur droit 5">
            <a:extLst>
              <a:ext uri="{FF2B5EF4-FFF2-40B4-BE49-F238E27FC236}">
                <a16:creationId xmlns:a16="http://schemas.microsoft.com/office/drawing/2014/main" id="{E9631884-5100-1BA8-2365-47609B2977D7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el 4">
            <a:extLst>
              <a:ext uri="{FF2B5EF4-FFF2-40B4-BE49-F238E27FC236}">
                <a16:creationId xmlns:a16="http://schemas.microsoft.com/office/drawing/2014/main" id="{EC34FE26-AFCF-2A09-DB2E-84FFA4D454A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863600" y="2672840"/>
            <a:ext cx="10515600" cy="1325563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DE" sz="6000" b="1">
                <a:solidFill>
                  <a:srgbClr val="346296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Next Up:</a:t>
            </a:r>
          </a:p>
        </p:txBody>
      </p:sp>
    </p:spTree>
    <p:extLst>
      <p:ext uri="{BB962C8B-B14F-4D97-AF65-F5344CB8AC3E}">
        <p14:creationId xmlns:p14="http://schemas.microsoft.com/office/powerpoint/2010/main" val="3480861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re 1">
            <a:extLst>
              <a:ext uri="{FF2B5EF4-FFF2-40B4-BE49-F238E27FC236}">
                <a16:creationId xmlns:a16="http://schemas.microsoft.com/office/drawing/2014/main" id="{82643D59-896E-68AE-5BCA-3F8558F198E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973328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/>
              <a:t>3</a:t>
            </a:r>
            <a:endParaRPr lang="en-GB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3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004164"/>
      </p:ext>
    </p:extLst>
  </p:cSld>
  <p:clrMapOvr>
    <a:masterClrMapping/>
  </p:clrMapOvr>
  <p:transition spd="slow" advTm="1000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solidFill>
                  <a:schemeClr val="bg1"/>
                </a:solidFill>
                <a:latin typeface="Stencil" panose="040409050D0802020404" pitchFamily="82" charset="0"/>
              </a:rPr>
              <a:t>2</a:t>
            </a:r>
            <a:endParaRPr lang="en-DE" sz="25000">
              <a:solidFill>
                <a:schemeClr val="bg1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6012733"/>
      </p:ext>
    </p:extLst>
  </p:cSld>
  <p:clrMapOvr>
    <a:masterClrMapping/>
  </p:clrMapOvr>
  <p:transition spd="slow" advTm="1000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0">
            <a:extLst>
              <a:ext uri="{FF2B5EF4-FFF2-40B4-BE49-F238E27FC236}">
                <a16:creationId xmlns:a16="http://schemas.microsoft.com/office/drawing/2014/main" id="{72D13131-79CF-8701-656B-BEFF0267805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0"/>
          <a:lstStyle/>
          <a:p>
            <a:pPr algn="ctr"/>
            <a:r>
              <a:rPr lang="en-US" sz="25000">
                <a:latin typeface="Stencil" panose="040409050D0802020404" pitchFamily="82" charset="0"/>
              </a:rPr>
              <a:t>1</a:t>
            </a:r>
            <a:endParaRPr lang="en-DE" sz="25000"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231530"/>
      </p:ext>
    </p:extLst>
  </p:cSld>
  <p:clrMapOvr>
    <a:masterClrMapping/>
  </p:clrMapOvr>
  <p:transition spd="slow" advTm="1000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FB22B504-146E-1966-17CE-BB797BC6083D}"/>
              </a:ext>
            </a:extLst>
          </p:cNvPr>
          <p:cNvSpPr txBox="1">
            <a:spLocks/>
          </p:cNvSpPr>
          <p:nvPr/>
        </p:nvSpPr>
        <p:spPr>
          <a:xfrm>
            <a:off x="1524000" y="4271395"/>
            <a:ext cx="9144000" cy="631759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kern="1200">
                <a:solidFill>
                  <a:srgbClr val="3B2B46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/>
              <a:t>Marc-André Moreau</a:t>
            </a: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A169C0FB-08C4-E3EC-573C-91852880EBAA}"/>
              </a:ext>
            </a:extLst>
          </p:cNvPr>
          <p:cNvCxnSpPr/>
          <p:nvPr/>
        </p:nvCxnSpPr>
        <p:spPr>
          <a:xfrm>
            <a:off x="3867150" y="4089400"/>
            <a:ext cx="4508500" cy="0"/>
          </a:xfrm>
          <a:prstGeom prst="line">
            <a:avLst/>
          </a:prstGeom>
          <a:ln>
            <a:solidFill>
              <a:srgbClr val="3B2B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el 3">
            <a:extLst>
              <a:ext uri="{FF2B5EF4-FFF2-40B4-BE49-F238E27FC236}">
                <a16:creationId xmlns:a16="http://schemas.microsoft.com/office/drawing/2014/main" id="{0E2348EB-2258-5792-670F-322202E630B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630363"/>
            <a:ext cx="12192000" cy="2362200"/>
          </a:xfrm>
          <a:prstGeom prst="rect">
            <a:avLst/>
          </a:prstGeom>
        </p:spPr>
        <p:txBody>
          <a:bodyPr anchor="b" anchorCtr="0"/>
          <a:lstStyle/>
          <a:p>
            <a:pPr algn="ctr"/>
            <a:r>
              <a:rPr lang="en-US" sz="6000" b="1" dirty="0">
                <a:solidFill>
                  <a:srgbClr val="346296"/>
                </a:solidFill>
                <a:latin typeface="+mn-lt"/>
              </a:rPr>
              <a:t>Side-by-Side PowerShell and Module Environments with multi-</a:t>
            </a:r>
            <a:r>
              <a:rPr lang="en-US" sz="6000" b="1" dirty="0" err="1">
                <a:solidFill>
                  <a:srgbClr val="346296"/>
                </a:solidFill>
                <a:latin typeface="+mn-lt"/>
              </a:rPr>
              <a:t>pwsh</a:t>
            </a:r>
            <a:endParaRPr lang="en-US" sz="6000" b="1" dirty="0">
              <a:solidFill>
                <a:srgbClr val="346296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16879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D531CB4D-40EE-4CEA-4C1F-A86C158A8A5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009061" y="630961"/>
            <a:ext cx="9733280" cy="1325563"/>
          </a:xfrm>
        </p:spPr>
        <p:txBody>
          <a:bodyPr/>
          <a:lstStyle/>
          <a:p>
            <a:pPr rtl="0" eaLnBrk="1" latinLnBrk="0" hangingPunct="1"/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Many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thanks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to </a:t>
            </a:r>
            <a:r>
              <a:rPr lang="fr-FR" sz="4000" b="1" kern="1200" err="1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our</a:t>
            </a:r>
            <a:r>
              <a:rPr lang="fr-FR" sz="4000" b="1" kern="1200">
                <a:solidFill>
                  <a:srgbClr val="3B2A47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 sponsors:</a:t>
            </a:r>
            <a:endParaRPr lang="en-DE">
              <a:solidFill>
                <a:srgbClr val="3B2A47"/>
              </a:solidFill>
            </a:endParaRPr>
          </a:p>
        </p:txBody>
      </p:sp>
      <p:pic>
        <p:nvPicPr>
          <p:cNvPr id="7" name="Graphique 6">
            <a:extLst>
              <a:ext uri="{FF2B5EF4-FFF2-40B4-BE49-F238E27FC236}">
                <a16:creationId xmlns:a16="http://schemas.microsoft.com/office/drawing/2014/main" id="{56B20C8F-B2CB-B1F9-8E7F-3897FE369D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42212" y="2226290"/>
            <a:ext cx="8666977" cy="2650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280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3312970-1382-905E-DF3A-5D367E6E7736}"/>
              </a:ext>
            </a:extLst>
          </p:cNvPr>
          <p:cNvSpPr txBox="1">
            <a:spLocks/>
          </p:cNvSpPr>
          <p:nvPr/>
        </p:nvSpPr>
        <p:spPr>
          <a:xfrm>
            <a:off x="3467314" y="1852863"/>
            <a:ext cx="7886486" cy="4324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GB" sz="3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Chief Technology Officer at Devolutions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Microsoft MVP (PowerShell &amp; Windows)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Creator of the </a:t>
            </a:r>
            <a:r>
              <a:rPr lang="en-US" dirty="0" err="1"/>
              <a:t>FreeRDP</a:t>
            </a:r>
            <a:r>
              <a:rPr lang="en-US" dirty="0"/>
              <a:t> open source project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I love PowerShell, .NET, Rust, network protocols and reversing Windows internals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1AB71D8-13B6-19D4-D417-35FE98068B94}"/>
              </a:ext>
            </a:extLst>
          </p:cNvPr>
          <p:cNvSpPr txBox="1"/>
          <p:nvPr/>
        </p:nvSpPr>
        <p:spPr>
          <a:xfrm>
            <a:off x="584200" y="3073400"/>
            <a:ext cx="2540000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/>
              <a:t>CTO, Devolutions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63F84C9-7486-D81C-EDE7-12CE856D5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312" y="324852"/>
            <a:ext cx="7886485" cy="1325563"/>
          </a:xfrm>
        </p:spPr>
        <p:txBody>
          <a:bodyPr>
            <a:normAutofit/>
          </a:bodyPr>
          <a:lstStyle/>
          <a:p>
            <a:r>
              <a:rPr lang="en-US" sz="6600">
                <a:solidFill>
                  <a:srgbClr val="3B2A47"/>
                </a:solidFill>
                <a:latin typeface="+mn-lt"/>
                <a:ea typeface="+mn-ea"/>
                <a:cs typeface="+mn-cs"/>
              </a:rPr>
              <a:t>Marc-André Moreau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38D42-6E58-352B-80E2-4AA21F93C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200" y="457200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48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3FE75-B8B6-6D4E-BED8-57B4F67D3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64C651-FE6D-9F33-D09D-F70505736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9829800" cy="8128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3B2A47"/>
                </a:solidFill>
              </a:rPr>
              <a:t>github.com/Devolutions/multi-</a:t>
            </a:r>
            <a:r>
              <a:rPr lang="en-US" sz="4000" dirty="0" err="1">
                <a:solidFill>
                  <a:srgbClr val="3B2A47"/>
                </a:solidFill>
              </a:rPr>
              <a:t>pwsh</a:t>
            </a:r>
            <a:endParaRPr lang="en-US" sz="4000" b="1" dirty="0">
              <a:solidFill>
                <a:srgbClr val="3B2A4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84389C-2EE3-7944-BD24-0A912CB77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88" y="1192763"/>
            <a:ext cx="5459187" cy="5459187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7CEB798-2678-3C2B-557A-F8052ECF1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0820" y="1192763"/>
            <a:ext cx="4575074" cy="4896887"/>
          </a:xfrm>
        </p:spPr>
        <p:txBody>
          <a:bodyPr>
            <a:normAutofit/>
          </a:bodyPr>
          <a:lstStyle/>
          <a:p>
            <a:pP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Side-by-side PowerShell installs (7.4, 7.5, 7.6 incl. previews/RCs)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Per-version aliases (e.g. pwsh-7.4.11), pin or track latest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Virtual environments for PowerShell module isolation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Export / import virtual environments as zip archives</a:t>
            </a:r>
          </a:p>
          <a:p>
            <a:pPr>
              <a:buFont typeface="Arial"/>
              <a:buChar char="•"/>
            </a:pPr>
            <a:r>
              <a:rPr lang="en-US" dirty="0">
                <a:solidFill>
                  <a:schemeClr val="tx1"/>
                </a:solidFill>
              </a:rPr>
              <a:t> .NET native Rust host – not the regular .NET apphost.exe</a:t>
            </a:r>
            <a:endParaRPr lang="en-CA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8541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5F75C-9FF3-B4FC-3D31-DD4DAC4B8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ectionTitle">
            <a:extLst>
              <a:ext uri="{FF2B5EF4-FFF2-40B4-BE49-F238E27FC236}">
                <a16:creationId xmlns:a16="http://schemas.microsoft.com/office/drawing/2014/main" id="{7BF8BF1B-A857-A04E-D566-BAAC06149814}"/>
              </a:ext>
            </a:extLst>
          </p:cNvPr>
          <p:cNvSpPr txBox="1"/>
          <p:nvPr/>
        </p:nvSpPr>
        <p:spPr>
          <a:xfrm>
            <a:off x="609600" y="1828800"/>
            <a:ext cx="10972800" cy="15240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/>
            <a:r>
              <a:rPr lang="en-US" sz="4000" b="1" dirty="0">
                <a:solidFill>
                  <a:srgbClr val="346296"/>
                </a:solidFill>
                <a:latin typeface="Calibri"/>
              </a:rPr>
              <a:t>Getting Started</a:t>
            </a:r>
          </a:p>
        </p:txBody>
      </p:sp>
      <p:cxnSp>
        <p:nvCxnSpPr>
          <p:cNvPr id="22" name="Line">
            <a:extLst>
              <a:ext uri="{FF2B5EF4-FFF2-40B4-BE49-F238E27FC236}">
                <a16:creationId xmlns:a16="http://schemas.microsoft.com/office/drawing/2014/main" id="{E711D086-68EC-5347-B1FE-809996FF12FA}"/>
              </a:ext>
            </a:extLst>
          </p:cNvPr>
          <p:cNvCxnSpPr/>
          <p:nvPr/>
        </p:nvCxnSpPr>
        <p:spPr>
          <a:xfrm>
            <a:off x="4572000" y="3429000"/>
            <a:ext cx="3048000" cy="0"/>
          </a:xfrm>
          <a:prstGeom prst="line">
            <a:avLst/>
          </a:prstGeom>
          <a:ln w="12700">
            <a:solidFill>
              <a:srgbClr val="346296"/>
            </a:solidFill>
          </a:ln>
        </p:spPr>
      </p:cxnSp>
      <p:sp>
        <p:nvSpPr>
          <p:cNvPr id="21" name="SectionSub">
            <a:extLst>
              <a:ext uri="{FF2B5EF4-FFF2-40B4-BE49-F238E27FC236}">
                <a16:creationId xmlns:a16="http://schemas.microsoft.com/office/drawing/2014/main" id="{872D8EFE-0F39-6085-FD98-7C5CF0C05867}"/>
              </a:ext>
            </a:extLst>
          </p:cNvPr>
          <p:cNvSpPr txBox="1"/>
          <p:nvPr/>
        </p:nvSpPr>
        <p:spPr>
          <a:xfrm>
            <a:off x="609600" y="35052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lang="en-US" sz="2000" dirty="0">
                <a:solidFill>
                  <a:srgbClr val="3B2A47"/>
                </a:solidFill>
                <a:latin typeface="Calibri"/>
              </a:rPr>
              <a:t>Bootstrap, Install, and Verify</a:t>
            </a:r>
          </a:p>
        </p:txBody>
      </p:sp>
    </p:spTree>
    <p:extLst>
      <p:ext uri="{BB962C8B-B14F-4D97-AF65-F5344CB8AC3E}">
        <p14:creationId xmlns:p14="http://schemas.microsoft.com/office/powerpoint/2010/main" val="3238872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3235-9C5C-C870-125B-A8453E22C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14400" b="1" dirty="0">
                <a:solidFill>
                  <a:srgbClr val="3B2A47"/>
                </a:solidFill>
                <a:latin typeface="+mn-lt"/>
              </a:rPr>
              <a:t>Demo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FDE481-1D5E-E899-01F5-6A1968F7D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800" dirty="0">
                <a:solidFill>
                  <a:srgbClr val="3B2A47"/>
                </a:solidFill>
                <a:latin typeface="+mn-lt"/>
              </a:rPr>
              <a:t>Let's see it in action</a:t>
            </a:r>
          </a:p>
          <a:p>
            <a:pPr algn="ctr">
              <a:buNone/>
            </a:pPr>
            <a:r>
              <a:rPr lang="en-US" sz="2000" u="sng" dirty="0">
                <a:solidFill>
                  <a:srgbClr val="3B2A47"/>
                </a:solidFill>
                <a:latin typeface="+mn-lt"/>
              </a:rPr>
              <a:t>github.com/Devolutions/multi-pwsh</a:t>
            </a:r>
          </a:p>
        </p:txBody>
      </p:sp>
    </p:spTree>
    <p:extLst>
      <p:ext uri="{BB962C8B-B14F-4D97-AF65-F5344CB8AC3E}">
        <p14:creationId xmlns:p14="http://schemas.microsoft.com/office/powerpoint/2010/main" val="41876596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9829800" cy="812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3B2A47"/>
                </a:solidFill>
              </a:rPr>
              <a:t>Installing PowerShell with multi-</a:t>
            </a:r>
            <a:r>
              <a:rPr lang="en-US" sz="4000" b="1" dirty="0" err="1">
                <a:solidFill>
                  <a:srgbClr val="3B2A47"/>
                </a:solidFill>
              </a:rPr>
              <a:t>pwsh</a:t>
            </a:r>
            <a:endParaRPr lang="en-US" sz="4000" b="1" dirty="0">
              <a:solidFill>
                <a:srgbClr val="3B2A47"/>
              </a:solidFill>
            </a:endParaRPr>
          </a:p>
        </p:txBody>
      </p:sp>
      <p:sp>
        <p:nvSpPr>
          <p:cNvPr id="1001" name="Code Panel 1"/>
          <p:cNvSpPr/>
          <p:nvPr/>
        </p:nvSpPr>
        <p:spPr>
          <a:xfrm>
            <a:off x="736600" y="1574800"/>
            <a:ext cx="10033000" cy="7112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2" name="Code Panel 2"/>
          <p:cNvSpPr/>
          <p:nvPr/>
        </p:nvSpPr>
        <p:spPr>
          <a:xfrm>
            <a:off x="736600" y="2667000"/>
            <a:ext cx="10033000" cy="10922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9829800" cy="5800000"/>
          </a:xfrm>
        </p:spPr>
        <p:txBody>
          <a:bodyPr anchor="t"/>
          <a:lstStyle/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Install and verify side-by-side versions: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install 7.4</a:t>
            </a:r>
          </a:p>
          <a:p>
            <a:pPr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install 7.5</a:t>
            </a:r>
          </a:p>
          <a:p>
            <a:pPr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pwsh-7.4 --version  |  pwsh-7.5 --version</a:t>
            </a:r>
          </a:p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Flexible version selectors:</a:t>
            </a:r>
          </a:p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7 = latest 7.x  |  7.4 = latest 7.4.x  |  7.4.11 = exact  |  7.4.x = all patches</a:t>
            </a:r>
          </a:p>
        </p:txBody>
      </p:sp>
    </p:spTree>
    <p:extLst>
      <p:ext uri="{BB962C8B-B14F-4D97-AF65-F5344CB8AC3E}">
        <p14:creationId xmlns:p14="http://schemas.microsoft.com/office/powerpoint/2010/main" val="837959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ABCE8F9-192F-8B86-7FE6-2BBDA9F4FD41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76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9829800" cy="812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3B2A47"/>
                </a:solidFill>
              </a:rPr>
              <a:t>Scoped Installs &amp; Alias Management</a:t>
            </a:r>
          </a:p>
        </p:txBody>
      </p:sp>
      <p:sp>
        <p:nvSpPr>
          <p:cNvPr id="1001" name="Code Panel 1"/>
          <p:cNvSpPr/>
          <p:nvPr/>
        </p:nvSpPr>
        <p:spPr>
          <a:xfrm>
            <a:off x="736600" y="1574800"/>
            <a:ext cx="10033000" cy="4572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2" name="Code Panel 2"/>
          <p:cNvSpPr/>
          <p:nvPr/>
        </p:nvSpPr>
        <p:spPr>
          <a:xfrm>
            <a:off x="736600" y="2794000"/>
            <a:ext cx="10033000" cy="8890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3" name="Code Panel 3"/>
          <p:cNvSpPr/>
          <p:nvPr/>
        </p:nvSpPr>
        <p:spPr>
          <a:xfrm>
            <a:off x="736600" y="3784600"/>
            <a:ext cx="10033000" cy="4826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9829800" cy="5800000"/>
          </a:xfrm>
        </p:spPr>
        <p:txBody>
          <a:bodyPr anchor="t"/>
          <a:lstStyle/>
          <a:p>
            <a:pPr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User vs. Machine scope (Windows, macOS, Linux):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install 7.5 --scope machine</a:t>
            </a: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Versions stay side-by-side under the selected install root</a:t>
            </a:r>
          </a:p>
          <a:p>
            <a:pPr>
              <a:spcBef>
                <a:spcPts val="15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PATH only needs one entry per scope; aliases live in a stable bin dir</a:t>
            </a:r>
          </a:p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Alias pinning and lifecycle: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alias set 7.4 7.4.11</a:t>
            </a:r>
            <a:r>
              <a:rPr lang="en-US" sz="2000" i="1" dirty="0">
                <a:solidFill>
                  <a:srgbClr val="7A8FA8"/>
                </a:solidFill>
                <a:latin typeface="Consolas"/>
              </a:rPr>
              <a:t>   # pin to exact version</a:t>
            </a:r>
          </a:p>
          <a:p>
            <a:pPr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alias unset 7.4     </a:t>
            </a:r>
            <a:r>
              <a:rPr lang="en-US" sz="2000" i="1" dirty="0">
                <a:solidFill>
                  <a:srgbClr val="7A8FA8"/>
                </a:solidFill>
                <a:latin typeface="Consolas"/>
              </a:rPr>
              <a:t>   # unpin, track latest</a:t>
            </a:r>
          </a:p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Windows integration flags:</a:t>
            </a:r>
          </a:p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1F3A5F"/>
                </a:solidFill>
                <a:latin typeface="Consolas"/>
              </a:rPr>
              <a:t>--enable-psremoting  --add-explorer-context-menu  --register-manifest</a:t>
            </a:r>
          </a:p>
        </p:txBody>
      </p:sp>
    </p:spTree>
    <p:extLst>
      <p:ext uri="{BB962C8B-B14F-4D97-AF65-F5344CB8AC3E}">
        <p14:creationId xmlns:p14="http://schemas.microsoft.com/office/powerpoint/2010/main" val="24895643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167248-C99C-E892-89E1-4CBB81F02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9400"/>
            <a:ext cx="9829800" cy="81280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3B2A47"/>
                </a:solidFill>
              </a:rPr>
              <a:t>Virtual Environments &amp; Native Host</a:t>
            </a:r>
          </a:p>
        </p:txBody>
      </p:sp>
      <p:sp>
        <p:nvSpPr>
          <p:cNvPr id="1001" name="Code Panel 1"/>
          <p:cNvSpPr/>
          <p:nvPr/>
        </p:nvSpPr>
        <p:spPr>
          <a:xfrm>
            <a:off x="736600" y="1574800"/>
            <a:ext cx="10033000" cy="8890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02" name="Code Panel 2"/>
          <p:cNvSpPr/>
          <p:nvPr/>
        </p:nvSpPr>
        <p:spPr>
          <a:xfrm>
            <a:off x="736600" y="2921000"/>
            <a:ext cx="10033000" cy="889000"/>
          </a:xfrm>
          <a:prstGeom prst="roundRect">
            <a:avLst>
              <a:gd name="adj" fmla="val 8000"/>
            </a:avLst>
          </a:prstGeom>
          <a:solidFill>
            <a:srgbClr val="F1ECF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ACAFC7-78CB-98F9-FEF3-D3E8C9FF6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19200"/>
            <a:ext cx="9829800" cy="5800000"/>
          </a:xfrm>
        </p:spPr>
        <p:txBody>
          <a:bodyPr anchor="t"/>
          <a:lstStyle/>
          <a:p>
            <a:pPr>
              <a:spcBef>
                <a:spcPts val="4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Isolated module roots (like Python venvs for PowerShell):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venv create msgraph</a:t>
            </a:r>
          </a:p>
          <a:p>
            <a:pPr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host 7.4 -venv msgraph -NoLogo -NoProfile</a:t>
            </a:r>
          </a:p>
          <a:p>
            <a:pPr>
              <a:spcBef>
                <a:spcPts val="3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Save-Module directly into venv root; PSModulePath is scoped per launch</a:t>
            </a:r>
          </a:p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Export and import for reproducible environments:</a:t>
            </a:r>
          </a:p>
          <a:p>
            <a:pPr>
              <a:spcBef>
                <a:spcPts val="40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venv export msgraph msgraph.zip</a:t>
            </a:r>
          </a:p>
          <a:p>
            <a:pPr>
              <a:spcBef>
                <a:spcPts val="150"/>
              </a:spcBef>
              <a:buNone/>
            </a:pPr>
            <a:r>
              <a:rPr lang="en-US" sz="2000" b="1" dirty="0">
                <a:solidFill>
                  <a:srgbClr val="8A6FB5"/>
                </a:solidFill>
                <a:latin typeface="Consolas"/>
              </a:rPr>
              <a:t>$ </a:t>
            </a:r>
            <a:r>
              <a:rPr lang="en-US" sz="2000" dirty="0">
                <a:solidFill>
                  <a:srgbClr val="1F3A5F"/>
                </a:solidFill>
                <a:latin typeface="Consolas"/>
              </a:rPr>
              <a:t>multi-pwsh venv import msgraph-copy msgraph.zip</a:t>
            </a:r>
          </a:p>
          <a:p>
            <a:pPr>
              <a:spcBef>
                <a:spcPts val="700"/>
              </a:spcBef>
              <a:buNone/>
            </a:pPr>
            <a:r>
              <a:rPr lang="en-US" sz="2400" b="1" dirty="0">
                <a:solidFill>
                  <a:srgbClr val="3B2A47"/>
                </a:solidFill>
              </a:rPr>
              <a:t>Native host mode (pwsh-host crate):</a:t>
            </a:r>
          </a:p>
          <a:p>
            <a:pPr>
              <a:spcBef>
                <a:spcPts val="40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Runs PowerShell through native hosting, not a subprocess</a:t>
            </a:r>
          </a:p>
          <a:p>
            <a:pPr>
              <a:spcBef>
                <a:spcPts val="150"/>
              </a:spcBef>
              <a:buNone/>
            </a:pPr>
            <a:r>
              <a:rPr lang="en-US" sz="2000" dirty="0">
                <a:solidFill>
                  <a:srgbClr val="346296"/>
                </a:solidFill>
              </a:rPr>
              <a:t>Alias shims are hard links to multi-pwsh; auto-repaired by doctor</a:t>
            </a:r>
          </a:p>
        </p:txBody>
      </p:sp>
    </p:spTree>
    <p:extLst>
      <p:ext uri="{BB962C8B-B14F-4D97-AF65-F5344CB8AC3E}">
        <p14:creationId xmlns:p14="http://schemas.microsoft.com/office/powerpoint/2010/main" val="1933304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3">
            <a:extLst>
              <a:ext uri="{FF2B5EF4-FFF2-40B4-BE49-F238E27FC236}">
                <a16:creationId xmlns:a16="http://schemas.microsoft.com/office/drawing/2014/main" id="{063F7B61-5334-421F-9456-A905D333F4B3}"/>
              </a:ext>
            </a:extLst>
          </p:cNvPr>
          <p:cNvSpPr txBox="1">
            <a:spLocks/>
          </p:cNvSpPr>
          <p:nvPr/>
        </p:nvSpPr>
        <p:spPr>
          <a:xfrm>
            <a:off x="831850" y="529389"/>
            <a:ext cx="10515600" cy="10046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3B2B4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Q&amp;A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E7911686-C4FE-022C-2490-99F4F5BFDF39}"/>
              </a:ext>
            </a:extLst>
          </p:cNvPr>
          <p:cNvSpPr txBox="1">
            <a:spLocks/>
          </p:cNvSpPr>
          <p:nvPr/>
        </p:nvSpPr>
        <p:spPr>
          <a:xfrm>
            <a:off x="831850" y="1653758"/>
            <a:ext cx="10515600" cy="1500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15 minutes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4697E65-3DA9-6EF3-472C-734FB98C3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1477" y="1770873"/>
            <a:ext cx="6729046" cy="35917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34842826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">
  <a:themeElements>
    <a:clrScheme name="PSConfE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6198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0563C1"/>
      </a:folHlink>
    </a:clrScheme>
    <a:fontScheme name="PSConfEU202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Speaker's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itle [1778416547686]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C7FE30C-3F28-495E-8C75-45FD1EBD630F}">
  <we:reference id="WA200010001" version="1.0.0.0" store="Omex" storeType="OMEX"/>
  <we:alternateReferences>
    <we:reference id="WA200010001" version="1.0.0.0" store="WA200010001" storeType="OMEX"/>
  </we:alternateReferences>
  <we:properties>
    <we:property name="claude.fileId" value="&quot;f8a80025-3a57-42cd-8cda-d5666e9495d4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bdc9a1f-962e-4235-838d-61f9c438f4db">
      <Terms xmlns="http://schemas.microsoft.com/office/infopath/2007/PartnerControls"/>
    </lcf76f155ced4ddcb4097134ff3c332f>
    <TaxCatchAll xmlns="de47e97d-64fd-4aef-b10e-fd7d6cfcfcf4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33502FDC476714EB47BD1BE2BFD7B3D" ma:contentTypeVersion="13" ma:contentTypeDescription="Create a new document." ma:contentTypeScope="" ma:versionID="0d4fb5ca5076182280cb93c7d6bdff79">
  <xsd:schema xmlns:xsd="http://www.w3.org/2001/XMLSchema" xmlns:xs="http://www.w3.org/2001/XMLSchema" xmlns:p="http://schemas.microsoft.com/office/2006/metadata/properties" xmlns:ns2="abdc9a1f-962e-4235-838d-61f9c438f4db" xmlns:ns3="de47e97d-64fd-4aef-b10e-fd7d6cfcfcf4" targetNamespace="http://schemas.microsoft.com/office/2006/metadata/properties" ma:root="true" ma:fieldsID="da14a0effa8c0f0120811d0692d695e7" ns2:_="" ns3:_="">
    <xsd:import namespace="abdc9a1f-962e-4235-838d-61f9c438f4db"/>
    <xsd:import namespace="de47e97d-64fd-4aef-b10e-fd7d6cfcfcf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dc9a1f-962e-4235-838d-61f9c438f4db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bd613703-4b30-4a23-b3bf-9e58a81c4a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47e97d-64fd-4aef-b10e-fd7d6cfcfcf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2f96598e-1e7b-44ab-a102-458ae76ccdba}" ma:internalName="TaxCatchAll" ma:showField="CatchAllData" ma:web="de47e97d-64fd-4aef-b10e-fd7d6cfcfc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D9B22B-F436-4FE5-B6C0-65AB2260F59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A9C06E3-346E-408E-B352-32E922A070CE}">
  <ds:schemaRefs>
    <ds:schemaRef ds:uri="http://purl.org/dc/dcmitype/"/>
    <ds:schemaRef ds:uri="abdc9a1f-962e-4235-838d-61f9c438f4db"/>
    <ds:schemaRef ds:uri="http://purl.org/dc/elements/1.1/"/>
    <ds:schemaRef ds:uri="http://schemas.microsoft.com/office/2006/documentManagement/typ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de47e97d-64fd-4aef-b10e-fd7d6cfcfcf4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2C38D965-436F-4DCC-97AA-50BEF4F7BE29}">
  <ds:schemaRefs>
    <ds:schemaRef ds:uri="abdc9a1f-962e-4235-838d-61f9c438f4db"/>
    <ds:schemaRef ds:uri="de47e97d-64fd-4aef-b10e-fd7d6cfcfc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389</Words>
  <Application>Microsoft Office PowerPoint</Application>
  <PresentationFormat>Widescreen</PresentationFormat>
  <Paragraphs>61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Calibri</vt:lpstr>
      <vt:lpstr>Consolas</vt:lpstr>
      <vt:lpstr>Segoe UI</vt:lpstr>
      <vt:lpstr>Segoe UI Light</vt:lpstr>
      <vt:lpstr>Stencil</vt:lpstr>
      <vt:lpstr>Wingdings</vt:lpstr>
      <vt:lpstr>Blank</vt:lpstr>
      <vt:lpstr>Speaker's slide</vt:lpstr>
      <vt:lpstr>Content</vt:lpstr>
      <vt:lpstr>Speaker's slide</vt:lpstr>
      <vt:lpstr>Title [1778416547686]</vt:lpstr>
      <vt:lpstr>Next Up:</vt:lpstr>
      <vt:lpstr>3</vt:lpstr>
      <vt:lpstr>2</vt:lpstr>
      <vt:lpstr>1</vt:lpstr>
      <vt:lpstr>Side-by-Side PowerShell and Module Environments with multi-pwsh</vt:lpstr>
      <vt:lpstr>Many thanks to our sponsors:</vt:lpstr>
      <vt:lpstr>Marc-André Moreau</vt:lpstr>
      <vt:lpstr>github.com/Devolutions/multi-pwsh</vt:lpstr>
      <vt:lpstr>PowerPoint Presentation</vt:lpstr>
      <vt:lpstr>Demo Time</vt:lpstr>
      <vt:lpstr>Installing PowerShell with multi-pwsh</vt:lpstr>
      <vt:lpstr>PowerPoint Presentation</vt:lpstr>
      <vt:lpstr>Scoped Installs &amp; Alias Management</vt:lpstr>
      <vt:lpstr>Virtual Environments &amp; Native Host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Marc-André Moreau</cp:lastModifiedBy>
  <cp:revision>6</cp:revision>
  <dcterms:created xsi:type="dcterms:W3CDTF">2024-03-26T13:08:23Z</dcterms:created>
  <dcterms:modified xsi:type="dcterms:W3CDTF">2026-06-02T13:23:46Z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0x010100333502FDC476714EB47BD1BE2BFD7B3D</vt:lpwstr>
  </property>
  <property fmtid="{D5CDD505-2E9C-101B-9397-08002B2CF9AE}" pid="3" name="MediaServiceImageTags">
    <vt:lpwstr/>
  </property>
</Properties>
</file>