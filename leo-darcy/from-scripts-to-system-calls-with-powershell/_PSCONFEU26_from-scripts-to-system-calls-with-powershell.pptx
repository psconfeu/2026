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97" r:id="rId5"/>
    <p:sldMasterId id="2147483695" r:id="rId6"/>
    <p:sldMasterId id="2147483684" r:id="rId7"/>
    <p:sldMasterId id="2147483702" r:id="rId8"/>
    <p:sldMasterId id="2147483704" r:id="rId9"/>
  </p:sldMasterIdLst>
  <p:notesMasterIdLst>
    <p:notesMasterId r:id="rId40"/>
  </p:notesMasterIdLst>
  <p:handoutMasterIdLst>
    <p:handoutMasterId r:id="rId41"/>
  </p:handoutMasterIdLst>
  <p:sldIdLst>
    <p:sldId id="272" r:id="rId10"/>
    <p:sldId id="259" r:id="rId11"/>
    <p:sldId id="269" r:id="rId12"/>
    <p:sldId id="270" r:id="rId13"/>
    <p:sldId id="276" r:id="rId14"/>
    <p:sldId id="275" r:id="rId15"/>
    <p:sldId id="267" r:id="rId16"/>
    <p:sldId id="260" r:id="rId17"/>
    <p:sldId id="295" r:id="rId18"/>
    <p:sldId id="287" r:id="rId19"/>
    <p:sldId id="288" r:id="rId20"/>
    <p:sldId id="289" r:id="rId21"/>
    <p:sldId id="290" r:id="rId22"/>
    <p:sldId id="291" r:id="rId23"/>
    <p:sldId id="277" r:id="rId24"/>
    <p:sldId id="293" r:id="rId25"/>
    <p:sldId id="264" r:id="rId26"/>
    <p:sldId id="278" r:id="rId27"/>
    <p:sldId id="294" r:id="rId28"/>
    <p:sldId id="292" r:id="rId29"/>
    <p:sldId id="283" r:id="rId30"/>
    <p:sldId id="280" r:id="rId31"/>
    <p:sldId id="281" r:id="rId32"/>
    <p:sldId id="282" r:id="rId33"/>
    <p:sldId id="279" r:id="rId34"/>
    <p:sldId id="284" r:id="rId35"/>
    <p:sldId id="285" r:id="rId36"/>
    <p:sldId id="286" r:id="rId37"/>
    <p:sldId id="265" r:id="rId38"/>
    <p:sldId id="27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272"/>
            <p14:sldId id="259"/>
            <p14:sldId id="269"/>
            <p14:sldId id="270"/>
          </p14:sldIdLst>
        </p14:section>
        <p14:section name="The session" id="{9BCE8471-468A-4538-82B3-E4E62B0A593E}">
          <p14:sldIdLst>
            <p14:sldId id="276"/>
            <p14:sldId id="275"/>
            <p14:sldId id="267"/>
            <p14:sldId id="260"/>
            <p14:sldId id="295"/>
            <p14:sldId id="287"/>
            <p14:sldId id="288"/>
            <p14:sldId id="289"/>
            <p14:sldId id="290"/>
            <p14:sldId id="291"/>
            <p14:sldId id="277"/>
            <p14:sldId id="293"/>
            <p14:sldId id="264"/>
            <p14:sldId id="278"/>
            <p14:sldId id="294"/>
            <p14:sldId id="292"/>
            <p14:sldId id="283"/>
            <p14:sldId id="280"/>
            <p14:sldId id="281"/>
            <p14:sldId id="282"/>
            <p14:sldId id="279"/>
            <p14:sldId id="284"/>
            <p14:sldId id="285"/>
            <p14:sldId id="286"/>
            <p14:sldId id="265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59214-66CA-4FAE-A651-710021CDB6B0}" v="70" dt="2026-05-28T07:01:57.3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microsoft.com/office/2016/11/relationships/changesInfo" Target="changesInfos/changesInfo1.xml"/><Relationship Id="rId20" Type="http://schemas.openxmlformats.org/officeDocument/2006/relationships/slide" Target="slides/slide11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 D'Arcy" userId="aae8165b6338c645" providerId="LiveId" clId="{2B99D228-78D3-4A25-BA17-586030A9D5AA}"/>
    <pc:docChg chg="undo custSel addSld delSld modSld sldOrd delMainMaster modMainMaster modSection">
      <pc:chgData name="Leo D'Arcy" userId="aae8165b6338c645" providerId="LiveId" clId="{2B99D228-78D3-4A25-BA17-586030A9D5AA}" dt="2026-06-01T20:59:00.114" v="592" actId="47"/>
      <pc:docMkLst>
        <pc:docMk/>
      </pc:docMkLst>
      <pc:sldChg chg="modSp mod">
        <pc:chgData name="Leo D'Arcy" userId="aae8165b6338c645" providerId="LiveId" clId="{2B99D228-78D3-4A25-BA17-586030A9D5AA}" dt="2026-05-28T06:57:00.841" v="534" actId="790"/>
        <pc:sldMkLst>
          <pc:docMk/>
          <pc:sldMk cId="2970004164" sldId="259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970004164" sldId="259"/>
            <ac:spMk id="10" creationId="{82643D59-896E-68AE-5BCA-3F8558F198EF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970004164" sldId="259"/>
            <ac:spMk id="11" creationId="{72D13131-79CF-8701-656B-BEFF02678053}"/>
          </ac:spMkLst>
        </pc:spChg>
      </pc:sldChg>
      <pc:sldChg chg="delSp modSp add del mod">
        <pc:chgData name="Leo D'Arcy" userId="aae8165b6338c645" providerId="LiveId" clId="{2B99D228-78D3-4A25-BA17-586030A9D5AA}" dt="2026-05-28T06:57:41.999" v="544" actId="20577"/>
        <pc:sldMkLst>
          <pc:docMk/>
          <pc:sldMk cId="1101361508" sldId="260"/>
        </pc:sldMkLst>
        <pc:spChg chg="mod">
          <ac:chgData name="Leo D'Arcy" userId="aae8165b6338c645" providerId="LiveId" clId="{2B99D228-78D3-4A25-BA17-586030A9D5AA}" dt="2026-05-28T06:57:41.999" v="544" actId="20577"/>
          <ac:spMkLst>
            <pc:docMk/>
            <pc:sldMk cId="1101361508" sldId="260"/>
            <ac:spMk id="2" creationId="{5191E0F2-FE77-51ED-3F72-223B58926E74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101361508" sldId="260"/>
            <ac:spMk id="3" creationId="{07D5023A-BA6F-B725-CF78-FD889E577EA6}"/>
          </ac:spMkLst>
        </pc:spChg>
      </pc:sldChg>
      <pc:sldChg chg="modSp add del mod">
        <pc:chgData name="Leo D'Arcy" userId="aae8165b6338c645" providerId="LiveId" clId="{2B99D228-78D3-4A25-BA17-586030A9D5AA}" dt="2026-05-28T06:57:00.841" v="534" actId="790"/>
        <pc:sldMkLst>
          <pc:docMk/>
          <pc:sldMk cId="3317259441" sldId="264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317259441" sldId="264"/>
            <ac:spMk id="4" creationId="{2B167248-C99C-E892-89E1-4CBB81F02F90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317259441" sldId="264"/>
            <ac:spMk id="5" creationId="{2CACAFC7-78CB-98F9-FEF3-D3E8C9FF6E6F}"/>
          </ac:spMkLst>
        </pc:spChg>
      </pc:sldChg>
      <pc:sldChg chg="modSp add del mod">
        <pc:chgData name="Leo D'Arcy" userId="aae8165b6338c645" providerId="LiveId" clId="{2B99D228-78D3-4A25-BA17-586030A9D5AA}" dt="2026-05-28T06:57:00.841" v="534" actId="790"/>
        <pc:sldMkLst>
          <pc:docMk/>
          <pc:sldMk cId="3434842826" sldId="265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434842826" sldId="265"/>
            <ac:spMk id="9" creationId="{063F7B61-5334-421F-9456-A905D333F4B3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434842826" sldId="265"/>
            <ac:spMk id="10" creationId="{E7911686-C4FE-022C-2490-99F4F5BFDF39}"/>
          </ac:spMkLst>
        </pc:spChg>
      </pc:sldChg>
      <pc:sldChg chg="addSp delSp modSp mod">
        <pc:chgData name="Leo D'Arcy" userId="aae8165b6338c645" providerId="LiveId" clId="{2B99D228-78D3-4A25-BA17-586030A9D5AA}" dt="2026-05-28T06:57:00.841" v="534" actId="790"/>
        <pc:sldMkLst>
          <pc:docMk/>
          <pc:sldMk cId="751095604" sldId="267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751095604" sldId="267"/>
            <ac:spMk id="2" creationId="{B63F84C9-7486-D81C-EDE7-12CE856D5B81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751095604" sldId="267"/>
            <ac:spMk id="4" creationId="{A875871B-A75A-3C7C-154D-2B7D1BF25857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751095604" sldId="267"/>
            <ac:spMk id="5" creationId="{93312970-1382-905E-DF3A-5D367E6E7736}"/>
          </ac:spMkLst>
        </pc:spChg>
        <pc:picChg chg="add mod ord">
          <ac:chgData name="Leo D'Arcy" userId="aae8165b6338c645" providerId="LiveId" clId="{2B99D228-78D3-4A25-BA17-586030A9D5AA}" dt="2026-05-19T17:11:09.142" v="21" actId="167"/>
          <ac:picMkLst>
            <pc:docMk/>
            <pc:sldMk cId="751095604" sldId="267"/>
            <ac:picMk id="6" creationId="{2BA799D4-4BE8-C589-E9DC-F1AAABB2F66A}"/>
          </ac:picMkLst>
        </pc:picChg>
        <pc:picChg chg="mod ord">
          <ac:chgData name="Leo D'Arcy" userId="aae8165b6338c645" providerId="LiveId" clId="{2B99D228-78D3-4A25-BA17-586030A9D5AA}" dt="2026-05-19T17:11:23.551" v="26" actId="166"/>
          <ac:picMkLst>
            <pc:docMk/>
            <pc:sldMk cId="751095604" sldId="267"/>
            <ac:picMk id="7" creationId="{D26DAA92-39EC-78F3-8968-283D19595C91}"/>
          </ac:picMkLst>
        </pc:picChg>
      </pc:sldChg>
      <pc:sldChg chg="modSp mod">
        <pc:chgData name="Leo D'Arcy" userId="aae8165b6338c645" providerId="LiveId" clId="{2B99D228-78D3-4A25-BA17-586030A9D5AA}" dt="2026-05-28T06:57:00.841" v="534" actId="790"/>
        <pc:sldMkLst>
          <pc:docMk/>
          <pc:sldMk cId="986012733" sldId="269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986012733" sldId="269"/>
            <ac:spMk id="11" creationId="{72D13131-79CF-8701-656B-BEFF02678053}"/>
          </ac:spMkLst>
        </pc:spChg>
      </pc:sldChg>
      <pc:sldChg chg="modSp mod">
        <pc:chgData name="Leo D'Arcy" userId="aae8165b6338c645" providerId="LiveId" clId="{2B99D228-78D3-4A25-BA17-586030A9D5AA}" dt="2026-05-28T06:57:00.841" v="534" actId="790"/>
        <pc:sldMkLst>
          <pc:docMk/>
          <pc:sldMk cId="73231530" sldId="270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73231530" sldId="270"/>
            <ac:spMk id="11" creationId="{72D13131-79CF-8701-656B-BEFF02678053}"/>
          </ac:spMkLst>
        </pc:spChg>
      </pc:sldChg>
      <pc:sldChg chg="modSp del mod">
        <pc:chgData name="Leo D'Arcy" userId="aae8165b6338c645" providerId="LiveId" clId="{2B99D228-78D3-4A25-BA17-586030A9D5AA}" dt="2026-06-01T20:59:00.114" v="592" actId="47"/>
        <pc:sldMkLst>
          <pc:docMk/>
          <pc:sldMk cId="2831095747" sldId="271"/>
        </pc:sldMkLst>
      </pc:sldChg>
      <pc:sldChg chg="modSp mod">
        <pc:chgData name="Leo D'Arcy" userId="aae8165b6338c645" providerId="LiveId" clId="{2B99D228-78D3-4A25-BA17-586030A9D5AA}" dt="2026-05-28T06:57:00.841" v="534" actId="790"/>
        <pc:sldMkLst>
          <pc:docMk/>
          <pc:sldMk cId="3315886587" sldId="272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315886587" sldId="272"/>
            <ac:spMk id="3" creationId="{512BD2B3-5213-AE89-B245-3E2067844782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315886587" sldId="272"/>
            <ac:spMk id="5" creationId="{EC34FE26-AFCF-2A09-DB2E-84FFA4D454A5}"/>
          </ac:spMkLst>
        </pc:spChg>
      </pc:sldChg>
      <pc:sldChg chg="modSp add del mod">
        <pc:chgData name="Leo D'Arcy" userId="aae8165b6338c645" providerId="LiveId" clId="{2B99D228-78D3-4A25-BA17-586030A9D5AA}" dt="2026-05-28T06:57:00.841" v="534" actId="790"/>
        <pc:sldMkLst>
          <pc:docMk/>
          <pc:sldMk cId="923274605" sldId="274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923274605" sldId="274"/>
            <ac:spMk id="4" creationId="{C98D9FEC-D0B6-03AA-2C12-1CA5AE4EB596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923274605" sldId="274"/>
            <ac:spMk id="9" creationId="{0AFF23A2-578F-B7AD-CC96-F1E75AA0FD82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3716010266" sldId="276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716010266" sldId="276"/>
            <ac:spMk id="3" creationId="{FB22B504-146E-1966-17CE-BB797BC6083D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716010266" sldId="276"/>
            <ac:spMk id="4" creationId="{0E2348EB-2258-5792-670F-322202E630B4}"/>
          </ac:spMkLst>
        </pc:spChg>
      </pc:sldChg>
      <pc:sldChg chg="delSp modSp add del mod modAnim">
        <pc:chgData name="Leo D'Arcy" userId="aae8165b6338c645" providerId="LiveId" clId="{2B99D228-78D3-4A25-BA17-586030A9D5AA}" dt="2026-05-28T06:57:00.841" v="534" actId="790"/>
        <pc:sldMkLst>
          <pc:docMk/>
          <pc:sldMk cId="1599259224" sldId="277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599259224" sldId="277"/>
            <ac:spMk id="2" creationId="{7C7426E6-D98E-253A-70D7-1BEC8A67AF40}"/>
          </ac:spMkLst>
        </pc:spChg>
      </pc:sldChg>
      <pc:sldChg chg="modSp add del mod ord">
        <pc:chgData name="Leo D'Arcy" userId="aae8165b6338c645" providerId="LiveId" clId="{2B99D228-78D3-4A25-BA17-586030A9D5AA}" dt="2026-05-28T06:57:00.841" v="534" actId="790"/>
        <pc:sldMkLst>
          <pc:docMk/>
          <pc:sldMk cId="3205014346" sldId="278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205014346" sldId="278"/>
            <ac:spMk id="2" creationId="{1799C2CD-20D7-E482-B26D-8897B83D034F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205014346" sldId="278"/>
            <ac:spMk id="3" creationId="{A397387D-362E-ECA4-E10A-90BDAF0B124D}"/>
          </ac:spMkLst>
        </pc:spChg>
      </pc:sldChg>
      <pc:sldChg chg="modSp add del mod">
        <pc:chgData name="Leo D'Arcy" userId="aae8165b6338c645" providerId="LiveId" clId="{2B99D228-78D3-4A25-BA17-586030A9D5AA}" dt="2026-05-28T06:57:00.841" v="534" actId="790"/>
        <pc:sldMkLst>
          <pc:docMk/>
          <pc:sldMk cId="255786535" sldId="279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55786535" sldId="279"/>
            <ac:spMk id="2" creationId="{6E602A1B-7809-A6B7-BDDB-F1C46F101D9F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55786535" sldId="279"/>
            <ac:spMk id="3" creationId="{91898336-912C-C550-72CA-3031813AD695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955337978" sldId="280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955337978" sldId="280"/>
            <ac:spMk id="2" creationId="{0FA0052E-6DB6-D57E-7F80-02A753B9A727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955337978" sldId="280"/>
            <ac:spMk id="3" creationId="{65CF2E60-98AA-4114-9523-53C2F3533387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4087708380" sldId="281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4087708380" sldId="281"/>
            <ac:spMk id="2" creationId="{8FDB9713-457E-C1E2-0300-E062661F8E7C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4087708380" sldId="281"/>
            <ac:spMk id="3" creationId="{B844916F-FD59-4FCA-2282-85BC716F70E2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3151358409" sldId="282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151358409" sldId="282"/>
            <ac:spMk id="2" creationId="{5457C74E-81AE-A32A-A701-B2A44DC6593D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151358409" sldId="282"/>
            <ac:spMk id="3" creationId="{1718C24D-F790-F18C-67CB-94FDC824711C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860989871" sldId="283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860989871" sldId="283"/>
            <ac:spMk id="2" creationId="{E3CB503D-7D7F-F17E-E29C-73A9200E2E2B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860989871" sldId="283"/>
            <ac:spMk id="3" creationId="{9E286D12-E249-B63D-30EB-77078C05E44D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3808664376" sldId="284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808664376" sldId="284"/>
            <ac:spMk id="2" creationId="{1A2B2804-07AF-A529-E08F-DC1564183CB4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808664376" sldId="284"/>
            <ac:spMk id="3" creationId="{ABBC48F9-F1F2-D5EF-73B5-FBFA8EB5E5A2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2010307070" sldId="285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010307070" sldId="285"/>
            <ac:spMk id="2" creationId="{FFAF85DA-843A-C4CF-F472-D88A4C626480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010307070" sldId="285"/>
            <ac:spMk id="3" creationId="{3E35EC39-8C01-CE5F-8AE1-C11F8A6DE0C8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1227917272" sldId="286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227917272" sldId="286"/>
            <ac:spMk id="2" creationId="{7AAFF6EC-471A-44AB-2C9F-C3F87DA0556A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227917272" sldId="286"/>
            <ac:spMk id="3" creationId="{F3198E0E-512D-6447-D5D5-987AF3D7B207}"/>
          </ac:spMkLst>
        </pc:spChg>
      </pc:sldChg>
      <pc:sldChg chg="modSp add mod">
        <pc:chgData name="Leo D'Arcy" userId="aae8165b6338c645" providerId="LiveId" clId="{2B99D228-78D3-4A25-BA17-586030A9D5AA}" dt="2026-05-28T07:01:42.467" v="589" actId="1076"/>
        <pc:sldMkLst>
          <pc:docMk/>
          <pc:sldMk cId="1506359082" sldId="287"/>
        </pc:sldMkLst>
        <pc:spChg chg="mod">
          <ac:chgData name="Leo D'Arcy" userId="aae8165b6338c645" providerId="LiveId" clId="{2B99D228-78D3-4A25-BA17-586030A9D5AA}" dt="2026-05-28T06:57:50.229" v="550" actId="20577"/>
          <ac:spMkLst>
            <pc:docMk/>
            <pc:sldMk cId="1506359082" sldId="287"/>
            <ac:spMk id="2" creationId="{D8E0D1CB-B160-ABD9-6675-F6F9AF87D1D2}"/>
          </ac:spMkLst>
        </pc:spChg>
        <pc:spChg chg="mod">
          <ac:chgData name="Leo D'Arcy" userId="aae8165b6338c645" providerId="LiveId" clId="{2B99D228-78D3-4A25-BA17-586030A9D5AA}" dt="2026-05-28T07:01:19.667" v="588" actId="20577"/>
          <ac:spMkLst>
            <pc:docMk/>
            <pc:sldMk cId="1506359082" sldId="287"/>
            <ac:spMk id="3" creationId="{2E2FD527-F81F-AF65-41A6-3F0AFD4DA0AF}"/>
          </ac:spMkLst>
        </pc:spChg>
        <pc:picChg chg="mod">
          <ac:chgData name="Leo D'Arcy" userId="aae8165b6338c645" providerId="LiveId" clId="{2B99D228-78D3-4A25-BA17-586030A9D5AA}" dt="2026-05-28T07:01:42.467" v="589" actId="1076"/>
          <ac:picMkLst>
            <pc:docMk/>
            <pc:sldMk cId="1506359082" sldId="287"/>
            <ac:picMk id="1026" creationId="{0AE53B49-F2F7-C7D7-53EF-2F125ADE2C73}"/>
          </ac:picMkLst>
        </pc:picChg>
      </pc:sldChg>
      <pc:sldChg chg="modSp new mod">
        <pc:chgData name="Leo D'Arcy" userId="aae8165b6338c645" providerId="LiveId" clId="{2B99D228-78D3-4A25-BA17-586030A9D5AA}" dt="2026-05-28T06:57:00.841" v="534" actId="790"/>
        <pc:sldMkLst>
          <pc:docMk/>
          <pc:sldMk cId="872092205" sldId="288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872092205" sldId="288"/>
            <ac:spMk id="2" creationId="{04A1E6E5-55DD-E47C-3A2D-569F1738E718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872092205" sldId="288"/>
            <ac:spMk id="3" creationId="{EA8C0D25-3CBD-DBFF-B4A5-ECBF691CA227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569989341" sldId="289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569989341" sldId="289"/>
            <ac:spMk id="2" creationId="{9FC9E48B-F95C-9B8A-7092-A78C7ACC4612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569989341" sldId="289"/>
            <ac:spMk id="3" creationId="{8E9E88CE-F5FD-5122-DC36-95052342359E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3152958358" sldId="290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152958358" sldId="290"/>
            <ac:spMk id="2" creationId="{618A56A5-07D6-F572-150F-0BFAB5090952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152958358" sldId="290"/>
            <ac:spMk id="3" creationId="{E3FE9BA2-60FB-D0C5-B7D7-3313A6712DB8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1652464480" sldId="291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652464480" sldId="291"/>
            <ac:spMk id="2" creationId="{C9F33F4B-C3F7-E5D9-5FE0-9353C79715E7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652464480" sldId="291"/>
            <ac:spMk id="3" creationId="{13C87809-50D5-ED4B-DE5A-6B1533293C31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1662467855" sldId="292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662467855" sldId="292"/>
            <ac:spMk id="2" creationId="{344342B6-B1EE-E5D8-C59D-5633803A557D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1662467855" sldId="292"/>
            <ac:spMk id="3" creationId="{DE27F46B-F44E-3352-B513-98F78507FBC8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2429472303" sldId="293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429472303" sldId="293"/>
            <ac:spMk id="2" creationId="{3CE35ED4-BCF8-1BD7-3B91-F08DCD38201A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2429472303" sldId="293"/>
            <ac:spMk id="3" creationId="{0B34E7DB-35C4-AE3E-01EF-662569CA9F1D}"/>
          </ac:spMkLst>
        </pc:spChg>
      </pc:sldChg>
      <pc:sldChg chg="modSp add mod">
        <pc:chgData name="Leo D'Arcy" userId="aae8165b6338c645" providerId="LiveId" clId="{2B99D228-78D3-4A25-BA17-586030A9D5AA}" dt="2026-05-28T06:57:00.841" v="534" actId="790"/>
        <pc:sldMkLst>
          <pc:docMk/>
          <pc:sldMk cId="3199686644" sldId="294"/>
        </pc:sldMkLst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199686644" sldId="294"/>
            <ac:spMk id="2" creationId="{8196FE59-FA79-1D55-173F-A11DE6A1FA45}"/>
          </ac:spMkLst>
        </pc:spChg>
        <pc:spChg chg="mod">
          <ac:chgData name="Leo D'Arcy" userId="aae8165b6338c645" providerId="LiveId" clId="{2B99D228-78D3-4A25-BA17-586030A9D5AA}" dt="2026-05-28T06:57:00.841" v="534" actId="790"/>
          <ac:spMkLst>
            <pc:docMk/>
            <pc:sldMk cId="3199686644" sldId="294"/>
            <ac:spMk id="3" creationId="{FE9605AF-8BD4-7162-BF96-A1ED6930EBBB}"/>
          </ac:spMkLst>
        </pc:spChg>
      </pc:sldChg>
      <pc:sldChg chg="modSp add mod">
        <pc:chgData name="Leo D'Arcy" userId="aae8165b6338c645" providerId="LiveId" clId="{2B99D228-78D3-4A25-BA17-586030A9D5AA}" dt="2026-05-28T07:01:57.342" v="591"/>
        <pc:sldMkLst>
          <pc:docMk/>
          <pc:sldMk cId="538081039" sldId="295"/>
        </pc:sldMkLst>
        <pc:spChg chg="mod">
          <ac:chgData name="Leo D'Arcy" userId="aae8165b6338c645" providerId="LiveId" clId="{2B99D228-78D3-4A25-BA17-586030A9D5AA}" dt="2026-05-28T06:57:45.993" v="547" actId="20577"/>
          <ac:spMkLst>
            <pc:docMk/>
            <pc:sldMk cId="538081039" sldId="295"/>
            <ac:spMk id="2" creationId="{1F0CD297-1784-0E93-E0DF-377BEAEEF3D8}"/>
          </ac:spMkLst>
        </pc:spChg>
        <pc:spChg chg="mod">
          <ac:chgData name="Leo D'Arcy" userId="aae8165b6338c645" providerId="LiveId" clId="{2B99D228-78D3-4A25-BA17-586030A9D5AA}" dt="2026-05-28T07:01:57.342" v="591"/>
          <ac:spMkLst>
            <pc:docMk/>
            <pc:sldMk cId="538081039" sldId="295"/>
            <ac:spMk id="3" creationId="{DFE1C7BE-DF56-28C8-EF2A-3BE1CCE1C4FF}"/>
          </ac:spMkLst>
        </pc:spChg>
      </pc:sldChg>
      <pc:sldMasterChg chg="addSp delSp modSp mod">
        <pc:chgData name="Leo D'Arcy" userId="aae8165b6338c645" providerId="LiveId" clId="{2B99D228-78D3-4A25-BA17-586030A9D5AA}" dt="2026-05-19T17:14:37.856" v="51"/>
        <pc:sldMasterMkLst>
          <pc:docMk/>
          <pc:sldMasterMk cId="2577699735" sldId="2147483684"/>
        </pc:sldMasterMkLst>
        <pc:spChg chg="mod">
          <ac:chgData name="Leo D'Arcy" userId="aae8165b6338c645" providerId="LiveId" clId="{2B99D228-78D3-4A25-BA17-586030A9D5AA}" dt="2026-05-19T17:14:06.053" v="47"/>
          <ac:spMkLst>
            <pc:docMk/>
            <pc:sldMasterMk cId="2577699735" sldId="2147483684"/>
            <ac:spMk id="10" creationId="{6122872C-58E4-4D8E-43AD-82C6D51A6C2A}"/>
          </ac:spMkLst>
        </pc:spChg>
        <pc:picChg chg="add mod">
          <ac:chgData name="Leo D'Arcy" userId="aae8165b6338c645" providerId="LiveId" clId="{2B99D228-78D3-4A25-BA17-586030A9D5AA}" dt="2026-05-19T17:14:37.856" v="51"/>
          <ac:picMkLst>
            <pc:docMk/>
            <pc:sldMasterMk cId="2577699735" sldId="2147483684"/>
            <ac:picMk id="5" creationId="{86FC30C7-28F0-941F-7236-19309ACAE94D}"/>
          </ac:picMkLst>
        </pc:picChg>
      </pc:sldMasterChg>
      <pc:sldMasterChg chg="addSp delSp modSp mod">
        <pc:chgData name="Leo D'Arcy" userId="aae8165b6338c645" providerId="LiveId" clId="{2B99D228-78D3-4A25-BA17-586030A9D5AA}" dt="2026-05-19T17:13:19.630" v="46" actId="167"/>
        <pc:sldMasterMkLst>
          <pc:docMk/>
          <pc:sldMasterMk cId="1520531744" sldId="2147483695"/>
        </pc:sldMasterMkLst>
        <pc:spChg chg="mod">
          <ac:chgData name="Leo D'Arcy" userId="aae8165b6338c645" providerId="LiveId" clId="{2B99D228-78D3-4A25-BA17-586030A9D5AA}" dt="2026-05-19T17:12:59.380" v="41"/>
          <ac:spMkLst>
            <pc:docMk/>
            <pc:sldMasterMk cId="1520531744" sldId="2147483695"/>
            <ac:spMk id="3" creationId="{FC40251A-A850-BFFB-8B10-8DF9490B82FC}"/>
          </ac:spMkLst>
        </pc:spChg>
        <pc:spChg chg="ord">
          <ac:chgData name="Leo D'Arcy" userId="aae8165b6338c645" providerId="LiveId" clId="{2B99D228-78D3-4A25-BA17-586030A9D5AA}" dt="2026-05-19T17:13:19.630" v="46" actId="167"/>
          <ac:spMkLst>
            <pc:docMk/>
            <pc:sldMasterMk cId="1520531744" sldId="2147483695"/>
            <ac:spMk id="4" creationId="{BB4BA6D3-5703-2B33-8381-A6B521E4EF59}"/>
          </ac:spMkLst>
        </pc:spChg>
        <pc:picChg chg="add mod ord">
          <ac:chgData name="Leo D'Arcy" userId="aae8165b6338c645" providerId="LiveId" clId="{2B99D228-78D3-4A25-BA17-586030A9D5AA}" dt="2026-05-19T17:13:11.871" v="43" actId="167"/>
          <ac:picMkLst>
            <pc:docMk/>
            <pc:sldMasterMk cId="1520531744" sldId="2147483695"/>
            <ac:picMk id="2" creationId="{56B51B7D-51D1-0786-7045-EB3EB556A07B}"/>
          </ac:picMkLst>
        </pc:picChg>
      </pc:sldMasterChg>
      <pc:sldMasterChg chg="addSp delSp modSp mod">
        <pc:chgData name="Leo D'Arcy" userId="aae8165b6338c645" providerId="LiveId" clId="{2B99D228-78D3-4A25-BA17-586030A9D5AA}" dt="2026-05-19T17:18:50.971" v="59"/>
        <pc:sldMasterMkLst>
          <pc:docMk/>
          <pc:sldMasterMk cId="3764580357" sldId="2147483702"/>
        </pc:sldMasterMkLst>
        <pc:spChg chg="mod">
          <ac:chgData name="Leo D'Arcy" userId="aae8165b6338c645" providerId="LiveId" clId="{2B99D228-78D3-4A25-BA17-586030A9D5AA}" dt="2026-05-19T17:18:50.971" v="59"/>
          <ac:spMkLst>
            <pc:docMk/>
            <pc:sldMasterMk cId="3764580357" sldId="2147483702"/>
            <ac:spMk id="12" creationId="{56F63CA6-9F60-3CB8-9C61-E52CC24CA5C9}"/>
          </ac:spMkLst>
        </pc:spChg>
        <pc:picChg chg="add mod">
          <ac:chgData name="Leo D'Arcy" userId="aae8165b6338c645" providerId="LiveId" clId="{2B99D228-78D3-4A25-BA17-586030A9D5AA}" dt="2026-05-19T17:14:43.426" v="53"/>
          <ac:picMkLst>
            <pc:docMk/>
            <pc:sldMasterMk cId="3764580357" sldId="2147483702"/>
            <ac:picMk id="2" creationId="{7BBFCBD5-34AF-9984-AA74-ED1FB2C8EC1F}"/>
          </ac:picMkLst>
        </pc:picChg>
      </pc:sldMasterChg>
    </pc:docChg>
  </pc:docChgLst>
  <pc:docChgLst>
    <pc:chgData name="Gael Colas" userId="3d45ca74-4915-44cd-80be-55696ad19e81" providerId="ADAL" clId="{4F0C4E11-AE73-4C4F-A1AA-477BC52946A7}"/>
    <pc:docChg chg="undo custSel modSld">
      <pc:chgData name="Gael Colas" userId="3d45ca74-4915-44cd-80be-55696ad19e81" providerId="ADAL" clId="{4F0C4E11-AE73-4C4F-A1AA-477BC52946A7}" dt="2026-05-19T07:39:45.875" v="54" actId="20577"/>
      <pc:docMkLst>
        <pc:docMk/>
      </pc:docMkLst>
      <pc:sldChg chg="addSp modSp mod">
        <pc:chgData name="Gael Colas" userId="3d45ca74-4915-44cd-80be-55696ad19e81" providerId="ADAL" clId="{4F0C4E11-AE73-4C4F-A1AA-477BC52946A7}" dt="2026-05-19T07:39:45.875" v="54" actId="20577"/>
        <pc:sldMkLst>
          <pc:docMk/>
          <pc:sldMk cId="751095604" sldId="267"/>
        </pc:sldMkLst>
        <pc:spChg chg="add mod">
          <ac:chgData name="Gael Colas" userId="3d45ca74-4915-44cd-80be-55696ad19e81" providerId="ADAL" clId="{4F0C4E11-AE73-4C4F-A1AA-477BC52946A7}" dt="2026-05-19T07:39:45.875" v="54" actId="20577"/>
          <ac:spMkLst>
            <pc:docMk/>
            <pc:sldMk cId="751095604" sldId="267"/>
            <ac:spMk id="4" creationId="{A875871B-A75A-3C7C-154D-2B7D1BF25857}"/>
          </ac:spMkLst>
        </pc:spChg>
        <pc:spChg chg="mod">
          <ac:chgData name="Gael Colas" userId="3d45ca74-4915-44cd-80be-55696ad19e81" providerId="ADAL" clId="{4F0C4E11-AE73-4C4F-A1AA-477BC52946A7}" dt="2026-05-19T07:38:41.757" v="43" actId="14100"/>
          <ac:spMkLst>
            <pc:docMk/>
            <pc:sldMk cId="751095604" sldId="267"/>
            <ac:spMk id="5" creationId="{93312970-1382-905E-DF3A-5D367E6E7736}"/>
          </ac:spMkLst>
        </pc:spChg>
      </pc:sldChg>
    </pc:docChg>
  </pc:docChgLst>
  <pc:docChgLst>
    <pc:chgData name="Geoffroy Dubreuil" userId="36186b9b-dc71-47e0-bff2-bd95e619117d" providerId="ADAL" clId="{77CD6894-02A7-403D-85B8-E33CDE72DEFB}"/>
    <pc:docChg chg="undo custSel addSld delSld modSld addMainMaster modMainMaster modSection">
      <pc:chgData name="Geoffroy Dubreuil" userId="36186b9b-dc71-47e0-bff2-bd95e619117d" providerId="ADAL" clId="{77CD6894-02A7-403D-85B8-E33CDE72DEFB}" dt="2026-05-19T08:17:46.395" v="100" actId="47"/>
      <pc:docMkLst>
        <pc:docMk/>
      </pc:docMkLst>
      <pc:sldChg chg="addSp modSp mod">
        <pc:chgData name="Geoffroy Dubreuil" userId="36186b9b-dc71-47e0-bff2-bd95e619117d" providerId="ADAL" clId="{77CD6894-02A7-403D-85B8-E33CDE72DEFB}" dt="2026-05-19T08:02:50.362" v="77" actId="171"/>
        <pc:sldMkLst>
          <pc:docMk/>
          <pc:sldMk cId="751095604" sldId="267"/>
        </pc:sldMkLst>
        <pc:picChg chg="add mod ord">
          <ac:chgData name="Geoffroy Dubreuil" userId="36186b9b-dc71-47e0-bff2-bd95e619117d" providerId="ADAL" clId="{77CD6894-02A7-403D-85B8-E33CDE72DEFB}" dt="2026-05-19T08:00:20.001" v="74" actId="167"/>
          <ac:picMkLst>
            <pc:docMk/>
            <pc:sldMk cId="751095604" sldId="267"/>
            <ac:picMk id="7" creationId="{D26DAA92-39EC-78F3-8968-283D19595C91}"/>
          </ac:picMkLst>
        </pc:picChg>
      </pc:sldChg>
      <pc:sldChg chg="addSp delSp modSp new add del mod modClrScheme chgLayout">
        <pc:chgData name="Geoffroy Dubreuil" userId="36186b9b-dc71-47e0-bff2-bd95e619117d" providerId="ADAL" clId="{77CD6894-02A7-403D-85B8-E33CDE72DEFB}" dt="2026-05-19T08:13:58.183" v="98" actId="478"/>
        <pc:sldMkLst>
          <pc:docMk/>
          <pc:sldMk cId="1901180628" sldId="275"/>
        </pc:sldMkLst>
      </pc:sldChg>
      <pc:sldMasterChg chg="addSp delSp mod">
        <pc:chgData name="Geoffroy Dubreuil" userId="36186b9b-dc71-47e0-bff2-bd95e619117d" providerId="ADAL" clId="{77CD6894-02A7-403D-85B8-E33CDE72DEFB}" dt="2026-05-19T08:10:14.230" v="88" actId="21"/>
        <pc:sldMasterMkLst>
          <pc:docMk/>
          <pc:sldMasterMk cId="2577699735" sldId="2147483684"/>
        </pc:sldMasterMkLst>
        <pc:spChg chg="add del">
          <ac:chgData name="Geoffroy Dubreuil" userId="36186b9b-dc71-47e0-bff2-bd95e619117d" providerId="ADAL" clId="{77CD6894-02A7-403D-85B8-E33CDE72DEFB}" dt="2026-05-19T08:10:14.230" v="88" actId="21"/>
          <ac:spMkLst>
            <pc:docMk/>
            <pc:sldMasterMk cId="2577699735" sldId="2147483684"/>
            <ac:spMk id="10" creationId="{6122872C-58E4-4D8E-43AD-82C6D51A6C2A}"/>
          </ac:spMkLst>
        </pc:spChg>
        <pc:spChg chg="add del">
          <ac:chgData name="Geoffroy Dubreuil" userId="36186b9b-dc71-47e0-bff2-bd95e619117d" providerId="ADAL" clId="{77CD6894-02A7-403D-85B8-E33CDE72DEFB}" dt="2026-05-19T08:10:14.230" v="88" actId="21"/>
          <ac:spMkLst>
            <pc:docMk/>
            <pc:sldMasterMk cId="2577699735" sldId="2147483684"/>
            <ac:spMk id="18" creationId="{426EC41D-2CB6-0B12-C26A-46F016046178}"/>
          </ac:spMkLst>
        </pc:spChg>
        <pc:picChg chg="add del">
          <ac:chgData name="Geoffroy Dubreuil" userId="36186b9b-dc71-47e0-bff2-bd95e619117d" providerId="ADAL" clId="{77CD6894-02A7-403D-85B8-E33CDE72DEFB}" dt="2026-05-19T08:10:14.230" v="88" actId="21"/>
          <ac:picMkLst>
            <pc:docMk/>
            <pc:sldMasterMk cId="2577699735" sldId="2147483684"/>
            <ac:picMk id="7" creationId="{1B01AB94-EEA2-3211-2551-34A16625A107}"/>
          </ac:picMkLst>
        </pc:picChg>
        <pc:picChg chg="add del">
          <ac:chgData name="Geoffroy Dubreuil" userId="36186b9b-dc71-47e0-bff2-bd95e619117d" providerId="ADAL" clId="{77CD6894-02A7-403D-85B8-E33CDE72DEFB}" dt="2026-05-19T08:10:14.230" v="88" actId="21"/>
          <ac:picMkLst>
            <pc:docMk/>
            <pc:sldMasterMk cId="2577699735" sldId="2147483684"/>
            <ac:picMk id="8" creationId="{59BD5C5E-FB1B-A32E-1927-AB6A3C9A6664}"/>
          </ac:picMkLst>
        </pc:picChg>
        <pc:picChg chg="add del">
          <ac:chgData name="Geoffroy Dubreuil" userId="36186b9b-dc71-47e0-bff2-bd95e619117d" providerId="ADAL" clId="{77CD6894-02A7-403D-85B8-E33CDE72DEFB}" dt="2026-05-19T08:10:14.230" v="88" actId="21"/>
          <ac:picMkLst>
            <pc:docMk/>
            <pc:sldMasterMk cId="2577699735" sldId="2147483684"/>
            <ac:picMk id="12" creationId="{9DA822DC-EA6F-C834-636F-0CFA0983C12B}"/>
          </ac:picMkLst>
        </pc:picChg>
      </pc:sldMasterChg>
      <pc:sldMasterChg chg="addSp delSp modSp new mod addSldLayout modSldLayout">
        <pc:chgData name="Geoffroy Dubreuil" userId="36186b9b-dc71-47e0-bff2-bd95e619117d" providerId="ADAL" clId="{77CD6894-02A7-403D-85B8-E33CDE72DEFB}" dt="2026-05-19T08:14:07.813" v="99" actId="478"/>
        <pc:sldMasterMkLst>
          <pc:docMk/>
          <pc:sldMasterMk cId="3764580357" sldId="2147483702"/>
        </pc:sldMasterMkLst>
        <pc:spChg chg="add mod">
          <ac:chgData name="Geoffroy Dubreuil" userId="36186b9b-dc71-47e0-bff2-bd95e619117d" providerId="ADAL" clId="{77CD6894-02A7-403D-85B8-E33CDE72DEFB}" dt="2026-05-19T08:10:03.594" v="86"/>
          <ac:spMkLst>
            <pc:docMk/>
            <pc:sldMasterMk cId="3764580357" sldId="2147483702"/>
            <ac:spMk id="9" creationId="{237F1B22-B8A7-5DA3-541B-86D5A5CE30B8}"/>
          </ac:spMkLst>
        </pc:spChg>
        <pc:spChg chg="add mod ord">
          <ac:chgData name="Geoffroy Dubreuil" userId="36186b9b-dc71-47e0-bff2-bd95e619117d" providerId="ADAL" clId="{77CD6894-02A7-403D-85B8-E33CDE72DEFB}" dt="2026-05-19T08:10:22.109" v="90" actId="167"/>
          <ac:spMkLst>
            <pc:docMk/>
            <pc:sldMasterMk cId="3764580357" sldId="2147483702"/>
            <ac:spMk id="12" creationId="{56F63CA6-9F60-3CB8-9C61-E52CC24CA5C9}"/>
          </ac:spMkLst>
        </pc:spChg>
        <pc:spChg chg="add mod ord">
          <ac:chgData name="Geoffroy Dubreuil" userId="36186b9b-dc71-47e0-bff2-bd95e619117d" providerId="ADAL" clId="{77CD6894-02A7-403D-85B8-E33CDE72DEFB}" dt="2026-05-19T08:10:22.109" v="90" actId="167"/>
          <ac:spMkLst>
            <pc:docMk/>
            <pc:sldMasterMk cId="3764580357" sldId="2147483702"/>
            <ac:spMk id="15" creationId="{A798964E-22C6-D00E-7DF6-09D18BCDA750}"/>
          </ac:spMkLst>
        </pc:spChg>
        <pc:picChg chg="add mod">
          <ac:chgData name="Geoffroy Dubreuil" userId="36186b9b-dc71-47e0-bff2-bd95e619117d" providerId="ADAL" clId="{77CD6894-02A7-403D-85B8-E33CDE72DEFB}" dt="2026-05-19T08:10:03.594" v="86"/>
          <ac:picMkLst>
            <pc:docMk/>
            <pc:sldMasterMk cId="3764580357" sldId="2147483702"/>
            <ac:picMk id="10" creationId="{49202E10-CFF9-D099-F6A8-38778470501A}"/>
          </ac:picMkLst>
        </pc:picChg>
        <pc:picChg chg="add mod ord">
          <ac:chgData name="Geoffroy Dubreuil" userId="36186b9b-dc71-47e0-bff2-bd95e619117d" providerId="ADAL" clId="{77CD6894-02A7-403D-85B8-E33CDE72DEFB}" dt="2026-05-19T08:10:22.109" v="90" actId="167"/>
          <ac:picMkLst>
            <pc:docMk/>
            <pc:sldMasterMk cId="3764580357" sldId="2147483702"/>
            <ac:picMk id="11" creationId="{B539B2B7-DCEC-86A0-9166-A544EB5C8800}"/>
          </ac:picMkLst>
        </pc:picChg>
        <pc:picChg chg="add mod ord">
          <ac:chgData name="Geoffroy Dubreuil" userId="36186b9b-dc71-47e0-bff2-bd95e619117d" providerId="ADAL" clId="{77CD6894-02A7-403D-85B8-E33CDE72DEFB}" dt="2026-05-19T08:10:22.109" v="90" actId="167"/>
          <ac:picMkLst>
            <pc:docMk/>
            <pc:sldMasterMk cId="3764580357" sldId="2147483702"/>
            <ac:picMk id="13" creationId="{7C52C906-A4AE-205B-5674-D5FB2A7DD51C}"/>
          </ac:picMkLst>
        </pc:picChg>
        <pc:picChg chg="add mod ord">
          <ac:chgData name="Geoffroy Dubreuil" userId="36186b9b-dc71-47e0-bff2-bd95e619117d" providerId="ADAL" clId="{77CD6894-02A7-403D-85B8-E33CDE72DEFB}" dt="2026-05-19T08:10:22.109" v="90" actId="167"/>
          <ac:picMkLst>
            <pc:docMk/>
            <pc:sldMasterMk cId="3764580357" sldId="2147483702"/>
            <ac:picMk id="14" creationId="{7F616F34-F51B-32CC-AB9F-19EDB8E1D147}"/>
          </ac:picMkLst>
        </pc:picChg>
        <pc:sldLayoutChg chg="delSp mod">
          <pc:chgData name="Geoffroy Dubreuil" userId="36186b9b-dc71-47e0-bff2-bd95e619117d" providerId="ADAL" clId="{77CD6894-02A7-403D-85B8-E33CDE72DEFB}" dt="2026-05-19T08:14:07.813" v="99" actId="478"/>
          <pc:sldLayoutMkLst>
            <pc:docMk/>
            <pc:sldMasterMk cId="3764580357" sldId="2147483702"/>
            <pc:sldLayoutMk cId="3274139212" sldId="214748370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01/06/2026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39206-A81D-4F76-8486-302187992F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0954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D68DE-1745-699E-1BB1-E87F7607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AD6119-3539-C684-D3F1-D9AC06AD0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F7E120-EA02-88C8-7C64-711F9A127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70A5FF-3C53-924C-35F7-971CDF885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39206-A81D-4F76-8486-302187992F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7760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EBBC-9530-CD64-9D7A-8AC9880D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E3B34D6-2AF3-1B96-DB2B-D580E90AA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D61C551-64A1-09F8-2E04-D699DB3CE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C24661-AC79-2CC2-FE86-7C409A4B3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39206-A81D-4F76-8486-302187992F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161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E5118-83DC-1B29-C0ED-169C76D57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F073900-0007-DE8D-223B-99AFC4FE6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B38FE93-8F3A-00A4-90E8-B23FC8B40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DAAA56A-F3CA-192C-9460-042907887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39206-A81D-4F76-8486-302187992F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344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39206-A81D-4F76-8486-302187992F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308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1392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0517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204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8503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402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8748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0307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7853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6421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29784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63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image" Target="../media/image5.sv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22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que 4">
            <a:extLst>
              <a:ext uri="{FF2B5EF4-FFF2-40B4-BE49-F238E27FC236}">
                <a16:creationId xmlns:a16="http://schemas.microsoft.com/office/drawing/2014/main" id="{56B51B7D-51D1-0786-7045-EB3EB556A0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2387" y="6414275"/>
            <a:ext cx="233674" cy="206412"/>
          </a:xfrm>
          <a:prstGeom prst="rect">
            <a:avLst/>
          </a:prstGeom>
        </p:spPr>
      </p:pic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@leodarcy.bsky.social</a:t>
            </a:r>
            <a:endParaRPr lang="en-GB" b="1" dirty="0">
              <a:solidFill>
                <a:srgbClr val="3B2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@leodarcy.bsky.social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86FC30C7-28F0-941F-7236-19309ACAE94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2387" y="6414275"/>
            <a:ext cx="233674" cy="20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texte&#10;&#10;Description générée automatiquement">
            <a:extLst>
              <a:ext uri="{FF2B5EF4-FFF2-40B4-BE49-F238E27FC236}">
                <a16:creationId xmlns:a16="http://schemas.microsoft.com/office/drawing/2014/main" id="{B539B2B7-DCEC-86A0-9166-A544EB5C8800}"/>
              </a:ext>
            </a:extLst>
          </p:cNvPr>
          <p:cNvPicPr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6F63CA6-9F60-3CB8-9C61-E52CC24CA5C9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@leodarcy.bsky.social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3B2B4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7C52C906-A4AE-205B-5674-D5FB2A7DD5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4" name="Image 13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7F616F34-F51B-32CC-AB9F-19EDB8E1D14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798964E-22C6-D00E-7DF6-09D18BCDA750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el 3">
            <a:extLst>
              <a:ext uri="{FF2B5EF4-FFF2-40B4-BE49-F238E27FC236}">
                <a16:creationId xmlns:a16="http://schemas.microsoft.com/office/drawing/2014/main" id="{237F1B22-B8A7-5DA3-541B-86D5A5CE30B8}"/>
              </a:ext>
            </a:extLst>
          </p:cNvPr>
          <p:cNvSpPr txBox="1">
            <a:spLocks/>
          </p:cNvSpPr>
          <p:nvPr userDrawn="1"/>
        </p:nvSpPr>
        <p:spPr>
          <a:xfrm>
            <a:off x="1009061" y="630961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b="1">
                <a:solidFill>
                  <a:srgbClr val="3B2A47"/>
                </a:solidFill>
                <a:latin typeface="Calibri" panose="020F0502020204030204" pitchFamily="34" charset="0"/>
                <a:ea typeface="+mn-ea"/>
                <a:cs typeface="+mn-cs"/>
              </a:rPr>
              <a:t>Many thanks to our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49202E10-CFF9-D099-F6A8-3877847050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2212" y="2226290"/>
            <a:ext cx="8666977" cy="2650633"/>
          </a:xfrm>
          <a:prstGeom prst="rect">
            <a:avLst/>
          </a:prstGeom>
        </p:spPr>
      </p:pic>
      <p:pic>
        <p:nvPicPr>
          <p:cNvPr id="2" name="Graphique 4">
            <a:extLst>
              <a:ext uri="{FF2B5EF4-FFF2-40B4-BE49-F238E27FC236}">
                <a16:creationId xmlns:a16="http://schemas.microsoft.com/office/drawing/2014/main" id="{7BBFCBD5-34AF-9984-AA74-ED1FB2C8EC1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2387" y="6414275"/>
            <a:ext cx="233674" cy="206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80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@leodarcy.bsky.social</a:t>
            </a:r>
            <a:endParaRPr lang="en-GB" b="1" dirty="0">
              <a:solidFill>
                <a:srgbClr val="3B2B46"/>
              </a:solidFill>
            </a:endParaRP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2387" y="6415623"/>
            <a:ext cx="233674" cy="20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5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invoke.net/" TargetMode="External"/><Relationship Id="rId2" Type="http://schemas.openxmlformats.org/officeDocument/2006/relationships/hyperlink" Target="https://learn.microsoft.com/en-us/windows/win32/api/" TargetMode="Externa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noProof="0" dirty="0">
                <a:latin typeface="Segoe UI" panose="020B0502040204020203" pitchFamily="34" charset="0"/>
                <a:cs typeface="Segoe UI" panose="020B0502040204020203" pitchFamily="34" charset="0"/>
              </a:rPr>
              <a:t>Leo D’Arcy</a:t>
            </a: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GB" sz="6000" b="1" noProof="0" dirty="0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Next Up:</a:t>
            </a:r>
          </a:p>
        </p:txBody>
      </p:sp>
    </p:spTree>
    <p:extLst>
      <p:ext uri="{BB962C8B-B14F-4D97-AF65-F5344CB8AC3E}">
        <p14:creationId xmlns:p14="http://schemas.microsoft.com/office/powerpoint/2010/main" val="331588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noProof="0" dirty="0"/>
              <a:t>3</a:t>
            </a:r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GB" sz="25000" noProof="0" dirty="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GB" sz="25000" noProof="0" dirty="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GB" sz="25000" noProof="0" dirty="0">
                <a:latin typeface="Stencil" panose="040409050D0802020404" pitchFamily="82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1" noProof="0" dirty="0"/>
              <a:t>Leo D’Arcy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666707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GB" sz="6000" b="1" noProof="0" dirty="0">
                <a:solidFill>
                  <a:srgbClr val="346296"/>
                </a:solidFill>
                <a:latin typeface="+mn-lt"/>
              </a:rPr>
              <a:t>From Scripts to System Calls with PowerShell</a:t>
            </a:r>
          </a:p>
        </p:txBody>
      </p:sp>
    </p:spTree>
    <p:extLst>
      <p:ext uri="{BB962C8B-B14F-4D97-AF65-F5344CB8AC3E}">
        <p14:creationId xmlns:p14="http://schemas.microsoft.com/office/powerpoint/2010/main" val="371601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18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2BA799D4-4BE8-C589-E9DC-F1AAABB2F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464" y="138688"/>
            <a:ext cx="2877561" cy="287756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2542031"/>
            <a:ext cx="7886486" cy="36349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GB" noProof="0" dirty="0"/>
              <a:t>Consultant for 10 Years specializing in: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noProof="0" dirty="0"/>
              <a:t>Azure Datacentre Migrations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noProof="0" dirty="0"/>
              <a:t>Automation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noProof="0" dirty="0"/>
              <a:t>Remote Access Solutions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noProof="0" dirty="0"/>
              <a:t>Currently a Cloud Solutions Architect for a global stakeholder advisory firm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noProof="0" dirty="0"/>
              <a:t>Run Remote Access UG Discord Community and Develop DPC for Always On VPN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/>
          </a:bodyPr>
          <a:lstStyle/>
          <a:p>
            <a:r>
              <a:rPr lang="en-GB" sz="6600" noProof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Leo D’Arcy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875871B-A75A-3C7C-154D-2B7D1BF25857}"/>
              </a:ext>
            </a:extLst>
          </p:cNvPr>
          <p:cNvSpPr txBox="1">
            <a:spLocks/>
          </p:cNvSpPr>
          <p:nvPr/>
        </p:nvSpPr>
        <p:spPr>
          <a:xfrm>
            <a:off x="3467312" y="1396794"/>
            <a:ext cx="4972600" cy="501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5400" b="1" kern="1200" dirty="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0" noProof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GB" sz="2400" b="0" i="1" noProof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He/Him</a:t>
            </a:r>
            <a:r>
              <a:rPr lang="en-GB" sz="2400" b="0" noProof="0" dirty="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26DAA92-39EC-78F3-8968-283D19595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7112" y="2827900"/>
            <a:ext cx="853259" cy="85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09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91E0F2-FE77-51ED-3F72-223B589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System Call?</a:t>
            </a:r>
            <a:endParaRPr lang="en-GB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D5023A-BA6F-B725-CF78-FD889E577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01361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7C1C7-1E6C-C383-A8B8-D03617C6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CD297-1784-0E93-E0DF-377BEAEEF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System Call?</a:t>
            </a:r>
            <a:endParaRPr lang="en-GB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E1C7BE-DF56-28C8-EF2A-3BE1CCE1C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GB" noProof="0" dirty="0"/>
              <a:t>Officially known as the Windows API</a:t>
            </a:r>
          </a:p>
          <a:p>
            <a:pPr lvl="1"/>
            <a:r>
              <a:rPr lang="en-GB" dirty="0"/>
              <a:t>Written in C</a:t>
            </a:r>
          </a:p>
          <a:p>
            <a:pPr lvl="1"/>
            <a:r>
              <a:rPr lang="en-GB" dirty="0"/>
              <a:t>Initial Release in 1985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noProof="0" dirty="0"/>
          </a:p>
          <a:p>
            <a:pPr>
              <a:buFont typeface="Wingdings" panose="05000000000000000000" pitchFamily="2" charset="2"/>
              <a:buChar char="§"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38081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24CE2-9312-675D-A9AE-2AE6BAA1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E0D1CB-B160-ABD9-6675-F6F9AF87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is a System Call?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2FD527-F81F-AF65-41A6-3F0AFD4DA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GB" noProof="0" dirty="0"/>
              <a:t>Officially known as the Windows API</a:t>
            </a:r>
          </a:p>
          <a:p>
            <a:pPr lvl="1"/>
            <a:r>
              <a:rPr lang="en-GB" dirty="0"/>
              <a:t>Written in C</a:t>
            </a:r>
          </a:p>
          <a:p>
            <a:pPr lvl="1"/>
            <a:r>
              <a:rPr lang="en-GB" noProof="0" dirty="0"/>
              <a:t>Initial Release in 1985</a:t>
            </a:r>
          </a:p>
          <a:p>
            <a:pPr>
              <a:buFont typeface="Wingdings" panose="05000000000000000000" pitchFamily="2" charset="2"/>
              <a:buChar char="§"/>
            </a:pPr>
            <a:endParaRPr lang="en-GB" noProof="0" dirty="0"/>
          </a:p>
          <a:p>
            <a:pPr>
              <a:buFont typeface="Wingdings" panose="05000000000000000000" pitchFamily="2" charset="2"/>
              <a:buChar char="§"/>
            </a:pPr>
            <a:r>
              <a:rPr lang="en-GB" noProof="0" dirty="0"/>
              <a:t>Accessed via C# P/Invoke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E53B49-F2F7-C7D7-53EF-2F125ADE2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875581"/>
            <a:ext cx="9421105" cy="966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359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E6E5-55DD-E47C-3A2D-569F1738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C0D25-3CBD-DBFF-B4A5-ECBF691CA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72092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A7B24-9A9E-8C3B-570D-2661622F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E48B-F95C-9B8A-7092-A78C7ACC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E88CE-F5FD-5122-DC36-95052342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 has no automatic Memory Management</a:t>
            </a:r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69989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5F7A-4970-7D04-E896-8A9E35BEF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A56A5-07D6-F572-150F-0BFAB5090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9BA2-60FB-D0C5-B7D7-3313A6712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 has no automatic Memory Management</a:t>
            </a:r>
          </a:p>
          <a:p>
            <a:endParaRPr lang="en-GB" noProof="0" dirty="0"/>
          </a:p>
          <a:p>
            <a:r>
              <a:rPr lang="en-GB" noProof="0" dirty="0"/>
              <a:t>String sizes are defined at compile time</a:t>
            </a:r>
          </a:p>
          <a:p>
            <a:endParaRPr lang="en-GB" noProof="0" dirty="0"/>
          </a:p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52958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20329-D8B1-E42A-06C1-AA3D0B78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3F4B-C3F7-E5D9-5FE0-9353C797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Memory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87809-50D5-ED4B-DE5A-6B1533293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C has no automatic Memory Management</a:t>
            </a:r>
          </a:p>
          <a:p>
            <a:endParaRPr lang="en-GB" noProof="0" dirty="0"/>
          </a:p>
          <a:p>
            <a:r>
              <a:rPr lang="en-GB" noProof="0" dirty="0"/>
              <a:t>String sizes are defined at compile time</a:t>
            </a:r>
          </a:p>
          <a:p>
            <a:endParaRPr lang="en-GB" noProof="0" dirty="0"/>
          </a:p>
          <a:p>
            <a:r>
              <a:rPr lang="en-GB" noProof="0" dirty="0"/>
              <a:t>Memory generally provided by requestor</a:t>
            </a:r>
          </a:p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52464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21E6-7051-6884-B092-41ECA80C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7426E6-D98E-253A-70D7-1BEC8A67A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Why?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8A64895-3D25-8439-5D5C-9063525858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510" y="1825625"/>
            <a:ext cx="805498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259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5ED4-BCF8-1BD7-3B91-F08DCD3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 sz="3600" noProof="0" dirty="0"/>
              <a:t>Disclaimer</a:t>
            </a:r>
            <a:endParaRPr lang="en-GB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34E7DB-35C4-AE3E-01EF-662569CA9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8743"/>
            <a:ext cx="6172200" cy="3812307"/>
          </a:xfrm>
        </p:spPr>
        <p:txBody>
          <a:bodyPr/>
          <a:lstStyle/>
          <a:p>
            <a:r>
              <a:rPr lang="en-GB" noProof="0" dirty="0"/>
              <a:t>Don’t Copy my VPN Setup!</a:t>
            </a:r>
          </a:p>
        </p:txBody>
      </p:sp>
      <p:pic>
        <p:nvPicPr>
          <p:cNvPr id="1028" name="Picture 4" descr="'I'm in Danger': The Evolution of a One-Liner Into a Viral Meme">
            <a:extLst>
              <a:ext uri="{FF2B5EF4-FFF2-40B4-BE49-F238E27FC236}">
                <a16:creationId xmlns:a16="http://schemas.microsoft.com/office/drawing/2014/main" id="{4BA46AE1-4975-D011-22F1-AA2218964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94" r="31002"/>
          <a:stretch>
            <a:fillRect/>
          </a:stretch>
        </p:blipFill>
        <p:spPr bwMode="auto">
          <a:xfrm>
            <a:off x="836612" y="2048743"/>
            <a:ext cx="2950976" cy="381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472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29389"/>
            <a:ext cx="10515600" cy="1004637"/>
          </a:xfrm>
        </p:spPr>
        <p:txBody>
          <a:bodyPr/>
          <a:lstStyle/>
          <a:p>
            <a:r>
              <a:rPr lang="en-GB" noProof="0" dirty="0"/>
              <a:t>Demos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653758"/>
            <a:ext cx="10515600" cy="1500187"/>
          </a:xfrm>
        </p:spPr>
        <p:txBody>
          <a:bodyPr/>
          <a:lstStyle/>
          <a:p>
            <a:r>
              <a:rPr lang="en-GB" noProof="0" dirty="0"/>
              <a:t>We love Demos!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776AC288-703A-8014-23CA-E040CDD7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191" y="615392"/>
            <a:ext cx="6127897" cy="5060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259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C2CD-20D7-E482-B26D-8897B83D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Building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7387D-362E-ECA4-E10A-90BDAF0B1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205014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F825-B4BD-B513-D059-9EED578AA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6FE59-FA79-1D55-173F-A11DE6A1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Building your 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605AF-8BD4-7162-BF96-A1ED6930E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>
                <a:hlinkClick r:id="rId2"/>
              </a:rPr>
              <a:t>https://learn.microsoft.com/en-us/windows/win32/api/</a:t>
            </a:r>
            <a:r>
              <a:rPr lang="en-GB" noProof="0" dirty="0"/>
              <a:t> is mostly accurate</a:t>
            </a:r>
          </a:p>
          <a:p>
            <a:endParaRPr lang="en-GB" noProof="0" dirty="0"/>
          </a:p>
          <a:p>
            <a:r>
              <a:rPr lang="en-GB" noProof="0" dirty="0"/>
              <a:t>Windows SDK Header Files</a:t>
            </a:r>
          </a:p>
          <a:p>
            <a:endParaRPr lang="en-GB" noProof="0" dirty="0"/>
          </a:p>
          <a:p>
            <a:r>
              <a:rPr lang="en-GB" noProof="0" dirty="0">
                <a:hlinkClick r:id="rId3"/>
              </a:rPr>
              <a:t>https://pinvoke.net/</a:t>
            </a:r>
            <a:endParaRPr lang="en-GB" noProof="0" dirty="0"/>
          </a:p>
          <a:p>
            <a:endParaRPr lang="en-GB" noProof="0" dirty="0"/>
          </a:p>
          <a:p>
            <a:r>
              <a:rPr lang="en-GB" noProof="0" dirty="0" err="1"/>
              <a:t>Github</a:t>
            </a:r>
            <a:r>
              <a:rPr lang="en-GB" noProof="0" dirty="0"/>
              <a:t>/Google/AI</a:t>
            </a:r>
          </a:p>
        </p:txBody>
      </p:sp>
    </p:spTree>
    <p:extLst>
      <p:ext uri="{BB962C8B-B14F-4D97-AF65-F5344CB8AC3E}">
        <p14:creationId xmlns:p14="http://schemas.microsoft.com/office/powerpoint/2010/main" val="3199686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2D031-9001-9726-7AD0-9D65F0460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342B6-B1EE-E5D8-C59D-5633803A5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7F46B-F44E-3352-B513-98F78507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62467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DB1C-9D2A-0921-DE01-CFEC5773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B503D-7D7F-F17E-E29C-73A9200E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86D12-E249-B63D-30EB-77078C05E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Memory Management is Hard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609898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D6D5A-10CB-CC60-1C0C-4783F0FAB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052E-6DB6-D57E-7F80-02A753B9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F2E60-98AA-4114-9523-53C2F3533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Memory Management is Hard</a:t>
            </a:r>
          </a:p>
          <a:p>
            <a:endParaRPr lang="en-GB" noProof="0" dirty="0"/>
          </a:p>
          <a:p>
            <a:r>
              <a:rPr lang="en-GB" noProof="0" dirty="0"/>
              <a:t>$null &lt;&gt; </a:t>
            </a:r>
            <a:r>
              <a:rPr lang="en-GB" noProof="0" dirty="0" err="1"/>
              <a:t>IntPtr</a:t>
            </a:r>
            <a:r>
              <a:rPr lang="en-GB" noProof="0" dirty="0"/>
              <a:t>::Zero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55337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6006E-0EA8-58A1-5127-C9A298726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9713-457E-C1E2-0300-E062661F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4916F-FD59-4FCA-2282-85BC716F7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Memory Management is Hard</a:t>
            </a:r>
          </a:p>
          <a:p>
            <a:endParaRPr lang="en-GB" noProof="0" dirty="0"/>
          </a:p>
          <a:p>
            <a:r>
              <a:rPr lang="en-GB" noProof="0" dirty="0"/>
              <a:t>$null &lt;&gt; </a:t>
            </a:r>
            <a:r>
              <a:rPr lang="en-GB" noProof="0" dirty="0" err="1"/>
              <a:t>IntPtr</a:t>
            </a:r>
            <a:r>
              <a:rPr lang="en-GB" noProof="0" dirty="0"/>
              <a:t>::Zero</a:t>
            </a:r>
          </a:p>
          <a:p>
            <a:endParaRPr lang="en-GB" noProof="0" dirty="0"/>
          </a:p>
          <a:p>
            <a:r>
              <a:rPr lang="en-GB" noProof="0" dirty="0"/>
              <a:t>Add-Type can’t be undone</a:t>
            </a:r>
          </a:p>
          <a:p>
            <a:pPr marL="0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87708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E6598-AE12-594B-F210-0DE27E778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7C74E-81AE-A32A-A701-B2A44DC6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8C24D-F790-F18C-67CB-94FDC824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Memory Management is Hard</a:t>
            </a:r>
          </a:p>
          <a:p>
            <a:endParaRPr lang="en-GB" noProof="0" dirty="0"/>
          </a:p>
          <a:p>
            <a:r>
              <a:rPr lang="en-GB" noProof="0" dirty="0"/>
              <a:t>$null &lt;&gt; </a:t>
            </a:r>
            <a:r>
              <a:rPr lang="en-GB" noProof="0" dirty="0" err="1"/>
              <a:t>IntPtr</a:t>
            </a:r>
            <a:r>
              <a:rPr lang="en-GB" noProof="0" dirty="0"/>
              <a:t>::Zero</a:t>
            </a:r>
          </a:p>
          <a:p>
            <a:endParaRPr lang="en-GB" noProof="0" dirty="0"/>
          </a:p>
          <a:p>
            <a:r>
              <a:rPr lang="en-GB" noProof="0" dirty="0"/>
              <a:t>Add-Type can’t be undone</a:t>
            </a:r>
          </a:p>
          <a:p>
            <a:endParaRPr lang="en-GB" noProof="0" dirty="0"/>
          </a:p>
          <a:p>
            <a:r>
              <a:rPr lang="en-GB" noProof="0" dirty="0"/>
              <a:t>Development takes Trial and Error</a:t>
            </a:r>
          </a:p>
        </p:txBody>
      </p:sp>
    </p:spTree>
    <p:extLst>
      <p:ext uri="{BB962C8B-B14F-4D97-AF65-F5344CB8AC3E}">
        <p14:creationId xmlns:p14="http://schemas.microsoft.com/office/powerpoint/2010/main" val="3151358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02A1B-7809-A6B7-BDDB-F1C46F10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98336-912C-C550-72CA-3031813AD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5786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2BD5-988B-3CF2-A146-D40688BB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2804-07AF-A529-E08F-DC1564183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C48F9-F1F2-D5EF-73B5-FBFA8EB5E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Super Powerful API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08664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BAF4-A7BC-1C02-BD95-DED14F780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85DA-843A-C4CF-F472-D88A4C626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5EC39-8C01-CE5F-8AE1-C11F8A6DE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Super Powerful API</a:t>
            </a:r>
          </a:p>
          <a:p>
            <a:endParaRPr lang="en-GB" noProof="0" dirty="0"/>
          </a:p>
          <a:p>
            <a:r>
              <a:rPr lang="en-GB" noProof="0" dirty="0"/>
              <a:t>Massive Pain to Use</a:t>
            </a:r>
          </a:p>
        </p:txBody>
      </p:sp>
    </p:spTree>
    <p:extLst>
      <p:ext uri="{BB962C8B-B14F-4D97-AF65-F5344CB8AC3E}">
        <p14:creationId xmlns:p14="http://schemas.microsoft.com/office/powerpoint/2010/main" val="2010307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C0E8C-7A8B-BBB9-4023-8FD42E5CB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F6EC-471A-44AB-2C9F-C3F87DA0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98E0E-512D-6447-D5D5-987AF3D7B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Super Powerful API</a:t>
            </a:r>
          </a:p>
          <a:p>
            <a:endParaRPr lang="en-GB" noProof="0" dirty="0"/>
          </a:p>
          <a:p>
            <a:r>
              <a:rPr lang="en-GB" noProof="0" dirty="0"/>
              <a:t>Massive Pain to Use</a:t>
            </a:r>
          </a:p>
          <a:p>
            <a:endParaRPr lang="en-GB" noProof="0" dirty="0"/>
          </a:p>
          <a:p>
            <a:r>
              <a:rPr lang="en-GB" noProof="0" dirty="0"/>
              <a:t>Consider if PowerShell is the right tool…</a:t>
            </a:r>
          </a:p>
        </p:txBody>
      </p:sp>
    </p:spTree>
    <p:extLst>
      <p:ext uri="{BB962C8B-B14F-4D97-AF65-F5344CB8AC3E}">
        <p14:creationId xmlns:p14="http://schemas.microsoft.com/office/powerpoint/2010/main" val="1227917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1" i="0" u="none" strike="noStrike" kern="1200" cap="none" spc="0" normalizeH="0" baseline="0" noProof="0" dirty="0">
                <a:ln>
                  <a:noFill/>
                </a:ln>
                <a:solidFill>
                  <a:srgbClr val="3B2B46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C2B4B-CF61-3DC5-6221-F5F99F86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AFF23A2-578F-B7AD-CC96-F1E75AA0FD82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1" i="0" u="none" strike="noStrike" kern="1200" cap="none" spc="0" normalizeH="0" baseline="0" noProof="0" dirty="0">
                <a:ln>
                  <a:noFill/>
                </a:ln>
                <a:solidFill>
                  <a:srgbClr val="3B2B46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GIVE ME FEEDBACK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9FEC-D0B6-03AA-2C12-1CA5AE4EB596}"/>
              </a:ext>
            </a:extLst>
          </p:cNvPr>
          <p:cNvSpPr/>
          <p:nvPr/>
        </p:nvSpPr>
        <p:spPr>
          <a:xfrm>
            <a:off x="3831771" y="2046514"/>
            <a:ext cx="3868058" cy="3868058"/>
          </a:xfrm>
          <a:prstGeom prst="rect">
            <a:avLst/>
          </a:prstGeom>
          <a:noFill/>
          <a:ln w="38100">
            <a:solidFill>
              <a:srgbClr val="3B2A47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  <a:prstDash val="dash"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" name="Graphique 5">
            <a:extLst>
              <a:ext uri="{FF2B5EF4-FFF2-40B4-BE49-F238E27FC236}">
                <a16:creationId xmlns:a16="http://schemas.microsoft.com/office/drawing/2014/main" id="{8C7569A3-761E-DEAA-1C30-F448FEB74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3433" y="1514958"/>
            <a:ext cx="1679652" cy="1865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599FC-72B2-B4FC-DA64-D9149B9E89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531" y="2088794"/>
            <a:ext cx="3795643" cy="3795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74605"/>
      </p:ext>
    </p:extLst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ponsor sli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1_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Props1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A9C06E3-346E-408E-B352-32E922A070CE}">
  <ds:schemaRefs>
    <ds:schemaRef ds:uri="2347cc20-e10c-452d-848a-c18e83138525"/>
    <ds:schemaRef ds:uri="58c243a5-121d-4837-b81c-114e1b569ece"/>
    <ds:schemaRef ds:uri="77f18391-c91f-4725-9130-63caf76c1806"/>
    <ds:schemaRef ds:uri="85c0ce47-fe9c-4809-bf88-519c39a738e6"/>
    <ds:schemaRef ds:uri="abdc9a1f-962e-4235-838d-61f9c438f4db"/>
    <ds:schemaRef ds:uri="de47e97d-64fd-4aef-b10e-fd7d6cfcfcf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311</Words>
  <Application>Microsoft Office PowerPoint</Application>
  <PresentationFormat>Widescreen</PresentationFormat>
  <Paragraphs>102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Segoe UI</vt:lpstr>
      <vt:lpstr>Segoe UI Light</vt:lpstr>
      <vt:lpstr>Stencil</vt:lpstr>
      <vt:lpstr>Wingdings</vt:lpstr>
      <vt:lpstr>Title</vt:lpstr>
      <vt:lpstr>Blank</vt:lpstr>
      <vt:lpstr>Speaker's slide</vt:lpstr>
      <vt:lpstr>Content</vt:lpstr>
      <vt:lpstr>Sponsor slide</vt:lpstr>
      <vt:lpstr>1_Content</vt:lpstr>
      <vt:lpstr>Next Up:</vt:lpstr>
      <vt:lpstr>3</vt:lpstr>
      <vt:lpstr>2</vt:lpstr>
      <vt:lpstr>1</vt:lpstr>
      <vt:lpstr>From Scripts to System Calls with PowerShell</vt:lpstr>
      <vt:lpstr>PowerPoint Presentation</vt:lpstr>
      <vt:lpstr>Leo D’Arcy</vt:lpstr>
      <vt:lpstr>What is a System Call?</vt:lpstr>
      <vt:lpstr>What is a System Call?</vt:lpstr>
      <vt:lpstr>What is a System Call?</vt:lpstr>
      <vt:lpstr>Memory Management</vt:lpstr>
      <vt:lpstr>Memory Management</vt:lpstr>
      <vt:lpstr>Memory Management</vt:lpstr>
      <vt:lpstr>Memory Management</vt:lpstr>
      <vt:lpstr>Why?</vt:lpstr>
      <vt:lpstr>Disclaimer</vt:lpstr>
      <vt:lpstr>Demos</vt:lpstr>
      <vt:lpstr>Building your own</vt:lpstr>
      <vt:lpstr>Building your own</vt:lpstr>
      <vt:lpstr>Considerations</vt:lpstr>
      <vt:lpstr>Considerations</vt:lpstr>
      <vt:lpstr>Considerations</vt:lpstr>
      <vt:lpstr>Considerations</vt:lpstr>
      <vt:lpstr>Considerations</vt:lpstr>
      <vt:lpstr>Summary</vt:lpstr>
      <vt:lpstr>Summary</vt:lpstr>
      <vt:lpstr>Summary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Leo D'Arcy</cp:lastModifiedBy>
  <cp:revision>1</cp:revision>
  <dcterms:created xsi:type="dcterms:W3CDTF">2024-03-26T13:08:23Z</dcterms:created>
  <dcterms:modified xsi:type="dcterms:W3CDTF">2026-06-01T20:59:05Z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